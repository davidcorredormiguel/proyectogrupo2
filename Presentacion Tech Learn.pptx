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31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4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6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20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103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07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066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29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44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451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460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3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2213886-AFFD-445E-9427-6DB448F87EF8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20EE3410-B6C2-4016-B43C-D5D8C09BA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78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A225A-2886-DCBB-07B6-E64AA9B59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>
              <a:lnSpc>
                <a:spcPct val="100000"/>
              </a:lnSpc>
            </a:pPr>
            <a:r>
              <a:rPr lang="es-ES" u="sng" dirty="0" err="1">
                <a:solidFill>
                  <a:srgbClr val="002060"/>
                </a:solidFill>
              </a:rPr>
              <a:t>Tech</a:t>
            </a:r>
            <a:r>
              <a:rPr lang="es-ES" u="sng" dirty="0">
                <a:solidFill>
                  <a:srgbClr val="002060"/>
                </a:solidFill>
              </a:rPr>
              <a:t> &amp; Learn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3BC371-3810-BDD3-3371-610B9A093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7"/>
            <a:ext cx="9001462" cy="2926080"/>
          </a:xfrm>
        </p:spPr>
        <p:txBody>
          <a:bodyPr anchor="ctr">
            <a:normAutofit/>
          </a:bodyPr>
          <a:lstStyle/>
          <a:p>
            <a:r>
              <a:rPr lang="es-ES" sz="3200" b="1" u="sng" dirty="0">
                <a:solidFill>
                  <a:srgbClr val="002060"/>
                </a:solidFill>
              </a:rPr>
              <a:t>David Corredor Miguel</a:t>
            </a:r>
          </a:p>
          <a:p>
            <a:r>
              <a:rPr lang="es-ES" sz="3200" b="1" u="sng" dirty="0">
                <a:solidFill>
                  <a:srgbClr val="002060"/>
                </a:solidFill>
              </a:rPr>
              <a:t>Ivan Goded Carrete</a:t>
            </a:r>
          </a:p>
          <a:p>
            <a:r>
              <a:rPr lang="es-ES" sz="3200" b="1" u="sng" dirty="0">
                <a:solidFill>
                  <a:srgbClr val="002060"/>
                </a:solidFill>
              </a:rPr>
              <a:t>Iker Martínez Velasco</a:t>
            </a:r>
          </a:p>
          <a:p>
            <a:r>
              <a:rPr lang="es-ES" sz="3200" b="1" u="sng" dirty="0">
                <a:solidFill>
                  <a:srgbClr val="002060"/>
                </a:solidFill>
              </a:rPr>
              <a:t>Noelia </a:t>
            </a:r>
            <a:r>
              <a:rPr lang="es-ES" sz="3200" b="1" u="sng" dirty="0" err="1">
                <a:solidFill>
                  <a:srgbClr val="002060"/>
                </a:solidFill>
              </a:rPr>
              <a:t>Alafarga</a:t>
            </a:r>
            <a:r>
              <a:rPr lang="es-ES" sz="3200" b="1" u="sng" dirty="0">
                <a:solidFill>
                  <a:srgbClr val="002060"/>
                </a:solidFill>
              </a:rPr>
              <a:t> </a:t>
            </a:r>
            <a:r>
              <a:rPr lang="es-ES" sz="3200" b="1" u="sng" dirty="0" err="1">
                <a:solidFill>
                  <a:srgbClr val="002060"/>
                </a:solidFill>
              </a:rPr>
              <a:t>Payá</a:t>
            </a:r>
            <a:endParaRPr lang="es-ES" sz="32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9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E53E8-D5C8-03F3-6D3B-58DC5170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Índice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1D1127-D4BD-DB02-5973-ABDA1CAE2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Login (Iniciar Sesión)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Crear Usuario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Recordar Contraseña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Home (Inicio)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Detalles Producto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Cesta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Tarjetas de Pago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Finalizar Compra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s-ES" sz="3200" b="1" dirty="0">
                <a:solidFill>
                  <a:srgbClr val="00B0F0"/>
                </a:solidFill>
              </a:rPr>
              <a:t>Tarjetas de Aprender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71965C-8488-3534-EC08-67D86A037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495" y="1643406"/>
            <a:ext cx="4925505" cy="492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9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F53E-7EE1-75AF-0EEC-E57C39F24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B26A3-E016-4EBE-FE6D-3E5ED5CF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Crear Usuario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DF992E-6B98-8920-CBA3-A5E003B04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45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C401-D4B8-6335-4299-51358D01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F1B91-4590-DAD9-6234-08742835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Recordar Contraseña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8CD9F5-1223-187B-640D-584DF592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82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3680-B653-E750-2748-A981D962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EC691-9DBF-9614-3318-0742C8D6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Home (Inicio)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18C736-3C65-68D6-745E-06829A415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47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807C-99FC-F8E9-35A7-FF96B280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C6AD6-694C-BEFB-E8DE-FF33A6EF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Detalles Producto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EE8E04-F9F5-0CD4-3CBB-E1F050D9D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89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874A-19C9-8D09-CF26-05F8169BF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9921F-0C04-1CD1-6B65-4471E365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Cesta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717E3C-37B7-FB89-2E47-509730C09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18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B23D-9BD4-51FA-B348-AF0D834E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6F264-69B9-887A-C8F2-649D8022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Tarjetas de Pago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8DDE8E-AC4E-D474-8D13-9197032F3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54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DBF9-B222-7608-9292-3C46CA2B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23D9B-9364-7526-C35F-FDBDA934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Finalizar Compra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217F6-80B3-1B06-3392-0B053A218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56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6807-5785-4AD4-A4E4-E15E3FB2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60949-BBC2-8A3F-0958-0E04512A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289089"/>
            <a:ext cx="11726943" cy="785567"/>
          </a:xfrm>
        </p:spPr>
        <p:txBody>
          <a:bodyPr>
            <a:normAutofit/>
          </a:bodyPr>
          <a:lstStyle/>
          <a:p>
            <a:pPr algn="ctr"/>
            <a:r>
              <a:rPr lang="es-ES" sz="4000" b="1" u="sng" dirty="0">
                <a:solidFill>
                  <a:srgbClr val="00B0F0"/>
                </a:solidFill>
              </a:rPr>
              <a:t>Tarjetas de Aprender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33D799-3FAE-17BD-F3A3-833ED5948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666" y="1074656"/>
            <a:ext cx="11676669" cy="5494255"/>
          </a:xfrm>
        </p:spPr>
        <p:txBody>
          <a:bodyPr anchor="t">
            <a:normAutofit/>
          </a:bodyPr>
          <a:lstStyle/>
          <a:p>
            <a:pPr algn="l"/>
            <a:endParaRPr lang="es-E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9791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16</TotalTime>
  <Words>59</Words>
  <Application>Microsoft Office PowerPoint</Application>
  <PresentationFormat>Panorámica</PresentationFormat>
  <Paragraphs>23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Corbel</vt:lpstr>
      <vt:lpstr>Base</vt:lpstr>
      <vt:lpstr>Tech &amp; Learn</vt:lpstr>
      <vt:lpstr>Índice</vt:lpstr>
      <vt:lpstr>Crear Usuario</vt:lpstr>
      <vt:lpstr>Recordar Contraseña</vt:lpstr>
      <vt:lpstr>Home (Inicio)</vt:lpstr>
      <vt:lpstr>Detalles Producto</vt:lpstr>
      <vt:lpstr>Cesta</vt:lpstr>
      <vt:lpstr>Tarjetas de Pago</vt:lpstr>
      <vt:lpstr>Finalizar Compra</vt:lpstr>
      <vt:lpstr>Tarjetas de Aprender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CM</dc:creator>
  <cp:lastModifiedBy>David CM</cp:lastModifiedBy>
  <cp:revision>5</cp:revision>
  <dcterms:created xsi:type="dcterms:W3CDTF">2025-12-12T09:20:53Z</dcterms:created>
  <dcterms:modified xsi:type="dcterms:W3CDTF">2025-12-19T08:09:01Z</dcterms:modified>
</cp:coreProperties>
</file>