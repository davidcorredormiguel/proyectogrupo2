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9" r:id="rId1"/>
  </p:sldMasterIdLst>
  <p:sldIdLst>
    <p:sldId id="256" r:id="rId2"/>
    <p:sldId id="257" r:id="rId3"/>
    <p:sldId id="258" r:id="rId4"/>
    <p:sldId id="268" r:id="rId5"/>
    <p:sldId id="267" r:id="rId6"/>
    <p:sldId id="269" r:id="rId7"/>
    <p:sldId id="260" r:id="rId8"/>
    <p:sldId id="266" r:id="rId9"/>
    <p:sldId id="270" r:id="rId10"/>
    <p:sldId id="259" r:id="rId11"/>
    <p:sldId id="261" r:id="rId12"/>
    <p:sldId id="271" r:id="rId13"/>
    <p:sldId id="262" r:id="rId14"/>
    <p:sldId id="263" r:id="rId15"/>
    <p:sldId id="272" r:id="rId16"/>
    <p:sldId id="264" r:id="rId17"/>
    <p:sldId id="265" r:id="rId18"/>
    <p:sldId id="273" r:id="rId1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1" d="100"/>
          <a:sy n="81" d="100"/>
        </p:scale>
        <p:origin x="725"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s-ES"/>
              <a:t>Haga clic para modificar el estilo de título del patrón</a:t>
            </a:r>
            <a:endParaRPr lang="en-US" dirty="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s-ES"/>
              <a:t>Haga clic para modificar el estilo de subtítulo del patrón</a:t>
            </a:r>
            <a:endParaRPr lang="en-US" dirty="0"/>
          </a:p>
        </p:txBody>
      </p:sp>
      <p:sp>
        <p:nvSpPr>
          <p:cNvPr id="4" name="Date Placeholder 3"/>
          <p:cNvSpPr>
            <a:spLocks noGrp="1"/>
          </p:cNvSpPr>
          <p:nvPr>
            <p:ph type="dt" sz="half" idx="10"/>
          </p:nvPr>
        </p:nvSpPr>
        <p:spPr/>
        <p:txBody>
          <a:bodyPr/>
          <a:lstStyle>
            <a:lvl1pPr>
              <a:defRPr>
                <a:solidFill>
                  <a:srgbClr val="FFFFFF"/>
                </a:solidFill>
              </a:defRPr>
            </a:lvl1pPr>
          </a:lstStyle>
          <a:p>
            <a:fld id="{32213886-AFFD-445E-9427-6DB448F87EF8}" type="datetimeFigureOut">
              <a:rPr lang="es-ES" smtClean="0"/>
              <a:t>19/12/2025</a:t>
            </a:fld>
            <a:endParaRPr lang="es-ES"/>
          </a:p>
        </p:txBody>
      </p:sp>
      <p:sp>
        <p:nvSpPr>
          <p:cNvPr id="5" name="Footer Placeholder 4"/>
          <p:cNvSpPr>
            <a:spLocks noGrp="1"/>
          </p:cNvSpPr>
          <p:nvPr>
            <p:ph type="ftr" sz="quarter" idx="11"/>
          </p:nvPr>
        </p:nvSpPr>
        <p:spPr/>
        <p:txBody>
          <a:bodyPr/>
          <a:lstStyle>
            <a:lvl1pPr>
              <a:defRPr>
                <a:solidFill>
                  <a:srgbClr val="FFFFFF"/>
                </a:solidFill>
              </a:defRPr>
            </a:lvl1pPr>
          </a:lstStyle>
          <a:p>
            <a:endParaRPr lang="es-ES"/>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20EE3410-B6C2-4016-B43C-D5D8C09BAE0E}" type="slidenum">
              <a:rPr lang="es-ES" smtClean="0"/>
              <a:t>‹Nº›</a:t>
            </a:fld>
            <a:endParaRPr lang="es-ES"/>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7031276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32213886-AFFD-445E-9427-6DB448F87EF8}" type="datetimeFigureOut">
              <a:rPr lang="es-ES" smtClean="0"/>
              <a:t>19/12/2025</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20EE3410-B6C2-4016-B43C-D5D8C09BAE0E}" type="slidenum">
              <a:rPr lang="es-ES" smtClean="0"/>
              <a:t>‹Nº›</a:t>
            </a:fld>
            <a:endParaRPr lang="es-ES"/>
          </a:p>
        </p:txBody>
      </p:sp>
    </p:spTree>
    <p:extLst>
      <p:ext uri="{BB962C8B-B14F-4D97-AF65-F5344CB8AC3E}">
        <p14:creationId xmlns:p14="http://schemas.microsoft.com/office/powerpoint/2010/main" val="909460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s-ES"/>
              <a:t>Haga clic para modificar el estilo de título del patrón</a:t>
            </a:r>
            <a:endParaRPr lang="en-US" dirty="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32213886-AFFD-445E-9427-6DB448F87EF8}" type="datetimeFigureOut">
              <a:rPr lang="es-ES" smtClean="0"/>
              <a:t>19/12/2025</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20EE3410-B6C2-4016-B43C-D5D8C09BAE0E}" type="slidenum">
              <a:rPr lang="es-ES" smtClean="0"/>
              <a:t>‹Nº›</a:t>
            </a:fld>
            <a:endParaRPr lang="es-ES"/>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46564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s-ES"/>
              <a:t>Haga clic para modificar el estilo de título del patrón</a:t>
            </a:r>
            <a:endParaRPr lang="en-US" dirty="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Date Placeholder 4"/>
          <p:cNvSpPr>
            <a:spLocks noGrp="1"/>
          </p:cNvSpPr>
          <p:nvPr>
            <p:ph type="dt" sz="half" idx="10"/>
          </p:nvPr>
        </p:nvSpPr>
        <p:spPr/>
        <p:txBody>
          <a:bodyPr/>
          <a:lstStyle/>
          <a:p>
            <a:fld id="{32213886-AFFD-445E-9427-6DB448F87EF8}" type="datetimeFigureOut">
              <a:rPr lang="es-ES" smtClean="0"/>
              <a:t>19/12/2025</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20EE3410-B6C2-4016-B43C-D5D8C09BAE0E}" type="slidenum">
              <a:rPr lang="es-ES" smtClean="0"/>
              <a:t>‹Nº›</a:t>
            </a:fld>
            <a:endParaRPr lang="es-ES"/>
          </a:p>
        </p:txBody>
      </p:sp>
    </p:spTree>
    <p:extLst>
      <p:ext uri="{BB962C8B-B14F-4D97-AF65-F5344CB8AC3E}">
        <p14:creationId xmlns:p14="http://schemas.microsoft.com/office/powerpoint/2010/main" val="42782067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7" name="Date Placeholder 6"/>
          <p:cNvSpPr>
            <a:spLocks noGrp="1"/>
          </p:cNvSpPr>
          <p:nvPr>
            <p:ph type="dt" sz="half" idx="10"/>
          </p:nvPr>
        </p:nvSpPr>
        <p:spPr/>
        <p:txBody>
          <a:bodyPr/>
          <a:lstStyle/>
          <a:p>
            <a:fld id="{32213886-AFFD-445E-9427-6DB448F87EF8}" type="datetimeFigureOut">
              <a:rPr lang="es-ES" smtClean="0"/>
              <a:t>19/12/2025</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20EE3410-B6C2-4016-B43C-D5D8C09BAE0E}" type="slidenum">
              <a:rPr lang="es-ES" smtClean="0"/>
              <a:t>‹Nº›</a:t>
            </a:fld>
            <a:endParaRPr lang="es-ES"/>
          </a:p>
        </p:txBody>
      </p:sp>
    </p:spTree>
    <p:extLst>
      <p:ext uri="{BB962C8B-B14F-4D97-AF65-F5344CB8AC3E}">
        <p14:creationId xmlns:p14="http://schemas.microsoft.com/office/powerpoint/2010/main" val="4710370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Date Placeholder 2"/>
          <p:cNvSpPr>
            <a:spLocks noGrp="1"/>
          </p:cNvSpPr>
          <p:nvPr>
            <p:ph type="dt" sz="half" idx="10"/>
          </p:nvPr>
        </p:nvSpPr>
        <p:spPr/>
        <p:txBody>
          <a:bodyPr/>
          <a:lstStyle/>
          <a:p>
            <a:fld id="{32213886-AFFD-445E-9427-6DB448F87EF8}" type="datetimeFigureOut">
              <a:rPr lang="es-ES" smtClean="0"/>
              <a:t>19/12/2025</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20EE3410-B6C2-4016-B43C-D5D8C09BAE0E}" type="slidenum">
              <a:rPr lang="es-ES" smtClean="0"/>
              <a:t>‹Nº›</a:t>
            </a:fld>
            <a:endParaRPr lang="es-ES"/>
          </a:p>
        </p:txBody>
      </p:sp>
    </p:spTree>
    <p:extLst>
      <p:ext uri="{BB962C8B-B14F-4D97-AF65-F5344CB8AC3E}">
        <p14:creationId xmlns:p14="http://schemas.microsoft.com/office/powerpoint/2010/main" val="1690772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32213886-AFFD-445E-9427-6DB448F87EF8}" type="datetimeFigureOut">
              <a:rPr lang="es-ES" smtClean="0"/>
              <a:t>19/12/2025</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20EE3410-B6C2-4016-B43C-D5D8C09BAE0E}" type="slidenum">
              <a:rPr lang="es-ES" smtClean="0"/>
              <a:t>‹Nº›</a:t>
            </a:fld>
            <a:endParaRPr lang="es-ES"/>
          </a:p>
        </p:txBody>
      </p:sp>
    </p:spTree>
    <p:extLst>
      <p:ext uri="{BB962C8B-B14F-4D97-AF65-F5344CB8AC3E}">
        <p14:creationId xmlns:p14="http://schemas.microsoft.com/office/powerpoint/2010/main" val="14606680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s-ES"/>
              <a:t>Haga clic para modificar el estilo de título del patrón</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32213886-AFFD-445E-9427-6DB448F87EF8}" type="datetimeFigureOut">
              <a:rPr lang="es-ES" smtClean="0"/>
              <a:t>19/12/2025</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20EE3410-B6C2-4016-B43C-D5D8C09BAE0E}" type="slidenum">
              <a:rPr lang="es-ES" smtClean="0"/>
              <a:t>‹Nº›</a:t>
            </a:fld>
            <a:endParaRPr lang="es-ES"/>
          </a:p>
        </p:txBody>
      </p:sp>
    </p:spTree>
    <p:extLst>
      <p:ext uri="{BB962C8B-B14F-4D97-AF65-F5344CB8AC3E}">
        <p14:creationId xmlns:p14="http://schemas.microsoft.com/office/powerpoint/2010/main" val="1749293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s-ES"/>
              <a:t>Haga clic para modificar el estilo de título del patrón</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32213886-AFFD-445E-9427-6DB448F87EF8}" type="datetimeFigureOut">
              <a:rPr lang="es-ES" smtClean="0"/>
              <a:t>19/12/2025</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20EE3410-B6C2-4016-B43C-D5D8C09BAE0E}" type="slidenum">
              <a:rPr lang="es-ES" smtClean="0"/>
              <a:t>‹Nº›</a:t>
            </a:fld>
            <a:endParaRPr lang="es-ES"/>
          </a:p>
        </p:txBody>
      </p:sp>
    </p:spTree>
    <p:extLst>
      <p:ext uri="{BB962C8B-B14F-4D97-AF65-F5344CB8AC3E}">
        <p14:creationId xmlns:p14="http://schemas.microsoft.com/office/powerpoint/2010/main" val="22084439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32213886-AFFD-445E-9427-6DB448F87EF8}" type="datetimeFigureOut">
              <a:rPr lang="es-ES" smtClean="0"/>
              <a:t>19/12/2025</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20EE3410-B6C2-4016-B43C-D5D8C09BAE0E}" type="slidenum">
              <a:rPr lang="es-ES" smtClean="0"/>
              <a:t>‹Nº›</a:t>
            </a:fld>
            <a:endParaRPr lang="es-ES"/>
          </a:p>
        </p:txBody>
      </p:sp>
    </p:spTree>
    <p:extLst>
      <p:ext uri="{BB962C8B-B14F-4D97-AF65-F5344CB8AC3E}">
        <p14:creationId xmlns:p14="http://schemas.microsoft.com/office/powerpoint/2010/main" val="2544517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s-ES"/>
              <a:t>Haga clic para modificar el estilo de título del patrón</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10"/>
          </p:nvPr>
        </p:nvSpPr>
        <p:spPr/>
        <p:txBody>
          <a:bodyPr/>
          <a:lstStyle/>
          <a:p>
            <a:fld id="{32213886-AFFD-445E-9427-6DB448F87EF8}" type="datetimeFigureOut">
              <a:rPr lang="es-ES" smtClean="0"/>
              <a:t>19/12/2025</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20EE3410-B6C2-4016-B43C-D5D8C09BAE0E}" type="slidenum">
              <a:rPr lang="es-ES" smtClean="0"/>
              <a:t>‹Nº›</a:t>
            </a:fld>
            <a:endParaRPr lang="es-ES"/>
          </a:p>
        </p:txBody>
      </p:sp>
    </p:spTree>
    <p:extLst>
      <p:ext uri="{BB962C8B-B14F-4D97-AF65-F5344CB8AC3E}">
        <p14:creationId xmlns:p14="http://schemas.microsoft.com/office/powerpoint/2010/main" val="400946059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Título y descripción">
    <p:spTree>
      <p:nvGrpSpPr>
        <p:cNvPr id="1" name=""/>
        <p:cNvGrpSpPr/>
        <p:nvPr/>
      </p:nvGrpSpPr>
      <p:grpSpPr>
        <a:xfrm>
          <a:off x="0" y="0"/>
          <a:ext cx="0" cy="0"/>
          <a:chOff x="0" y="0"/>
          <a:chExt cx="0" cy="0"/>
        </a:xfrm>
      </p:grpSpPr>
      <p:sp>
        <p:nvSpPr>
          <p:cNvPr id="2" name="Title 1"/>
          <p:cNvSpPr>
            <a:spLocks noGrp="1"/>
          </p:cNvSpPr>
          <p:nvPr>
            <p:ph type="title"/>
          </p:nvPr>
        </p:nvSpPr>
        <p:spPr>
          <a:xfrm>
            <a:off x="680322" y="609597"/>
            <a:ext cx="9613858" cy="3592750"/>
          </a:xfrm>
        </p:spPr>
        <p:txBody>
          <a:bodyPr anchor="ctr"/>
          <a:lstStyle>
            <a:lvl1pPr>
              <a:defRPr sz="3200"/>
            </a:lvl1pPr>
          </a:lstStyle>
          <a:p>
            <a:r>
              <a:rPr lang="es-ES"/>
              <a:t>Haga clic para modificar el estilo de título del patrón</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32213886-AFFD-445E-9427-6DB448F87EF8}" type="datetimeFigureOut">
              <a:rPr lang="es-ES" smtClean="0"/>
              <a:t>19/12/2025</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a:xfrm>
            <a:off x="10729455" y="4711615"/>
            <a:ext cx="1154151" cy="1090789"/>
          </a:xfrm>
        </p:spPr>
        <p:txBody>
          <a:bodyPr/>
          <a:lstStyle/>
          <a:p>
            <a:fld id="{20EE3410-B6C2-4016-B43C-D5D8C09BAE0E}" type="slidenum">
              <a:rPr lang="es-ES" smtClean="0"/>
              <a:t>‹Nº›</a:t>
            </a:fld>
            <a:endParaRPr lang="es-ES"/>
          </a:p>
        </p:txBody>
      </p:sp>
    </p:spTree>
    <p:extLst>
      <p:ext uri="{BB962C8B-B14F-4D97-AF65-F5344CB8AC3E}">
        <p14:creationId xmlns:p14="http://schemas.microsoft.com/office/powerpoint/2010/main" val="91553956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s-ES"/>
              <a:t>Haga clic para modificar el estilo de título del patrón</a:t>
            </a:r>
            <a:endParaRPr lang="en-US" dirty="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dirty="0"/>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32213886-AFFD-445E-9427-6DB448F87EF8}" type="datetimeFigureOut">
              <a:rPr lang="es-ES" smtClean="0"/>
              <a:t>19/12/2025</a:t>
            </a:fld>
            <a:endParaRPr lang="es-ES"/>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endParaRPr lang="es-ES"/>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20EE3410-B6C2-4016-B43C-D5D8C09BAE0E}" type="slidenum">
              <a:rPr lang="es-ES" smtClean="0"/>
              <a:t>‹Nº›</a:t>
            </a:fld>
            <a:endParaRPr lang="es-ES"/>
          </a:p>
        </p:txBody>
      </p:sp>
    </p:spTree>
    <p:extLst>
      <p:ext uri="{BB962C8B-B14F-4D97-AF65-F5344CB8AC3E}">
        <p14:creationId xmlns:p14="http://schemas.microsoft.com/office/powerpoint/2010/main" val="866787008"/>
      </p:ext>
    </p:extLst>
  </p:cSld>
  <p:clrMap bg1="lt1" tx1="dk1" bg2="lt2" tx2="dk2" accent1="accent1" accent2="accent2" accent3="accent3" accent4="accent4" accent5="accent5" accent6="accent6" hlink="hlink" folHlink="folHlink"/>
  <p:sldLayoutIdLst>
    <p:sldLayoutId id="2147483710" r:id="rId1"/>
    <p:sldLayoutId id="2147483711" r:id="rId2"/>
    <p:sldLayoutId id="2147483712" r:id="rId3"/>
    <p:sldLayoutId id="2147483713" r:id="rId4"/>
    <p:sldLayoutId id="2147483714" r:id="rId5"/>
    <p:sldLayoutId id="2147483715" r:id="rId6"/>
    <p:sldLayoutId id="2147483716" r:id="rId7"/>
    <p:sldLayoutId id="2147483717" r:id="rId8"/>
    <p:sldLayoutId id="2147483718" r:id="rId9"/>
    <p:sldLayoutId id="2147483719" r:id="rId10"/>
    <p:sldLayoutId id="2147483720" r:id="rId11"/>
    <p:sldLayoutId id="2147483721" r:id="rId12"/>
  </p:sldLayoutIdLst>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99A225A-2886-DCBB-07B6-E64AA9B596FD}"/>
              </a:ext>
            </a:extLst>
          </p:cNvPr>
          <p:cNvSpPr>
            <a:spLocks noGrp="1"/>
          </p:cNvSpPr>
          <p:nvPr>
            <p:ph type="ctrTitle"/>
          </p:nvPr>
        </p:nvSpPr>
        <p:spPr/>
        <p:txBody>
          <a:bodyPr anchor="ctr"/>
          <a:lstStyle/>
          <a:p>
            <a:pPr>
              <a:lnSpc>
                <a:spcPct val="100000"/>
              </a:lnSpc>
            </a:pPr>
            <a:r>
              <a:rPr lang="es-ES" u="sng" dirty="0" err="1">
                <a:solidFill>
                  <a:srgbClr val="002060"/>
                </a:solidFill>
              </a:rPr>
              <a:t>Tech</a:t>
            </a:r>
            <a:r>
              <a:rPr lang="es-ES" u="sng" dirty="0">
                <a:solidFill>
                  <a:srgbClr val="002060"/>
                </a:solidFill>
              </a:rPr>
              <a:t> &amp; Learn</a:t>
            </a:r>
          </a:p>
        </p:txBody>
      </p:sp>
      <p:sp>
        <p:nvSpPr>
          <p:cNvPr id="3" name="Subtítulo 2">
            <a:extLst>
              <a:ext uri="{FF2B5EF4-FFF2-40B4-BE49-F238E27FC236}">
                <a16:creationId xmlns:a16="http://schemas.microsoft.com/office/drawing/2014/main" id="{3B3BC371-3810-BDD3-3371-610B9A093F59}"/>
              </a:ext>
            </a:extLst>
          </p:cNvPr>
          <p:cNvSpPr>
            <a:spLocks noGrp="1"/>
          </p:cNvSpPr>
          <p:nvPr>
            <p:ph type="subTitle" idx="1"/>
          </p:nvPr>
        </p:nvSpPr>
        <p:spPr>
          <a:xfrm>
            <a:off x="1595269" y="3602037"/>
            <a:ext cx="9001462" cy="2926080"/>
          </a:xfrm>
        </p:spPr>
        <p:txBody>
          <a:bodyPr anchor="ctr">
            <a:normAutofit/>
          </a:bodyPr>
          <a:lstStyle/>
          <a:p>
            <a:r>
              <a:rPr lang="es-ES" sz="3200" b="1" u="sng" dirty="0">
                <a:solidFill>
                  <a:srgbClr val="002060"/>
                </a:solidFill>
              </a:rPr>
              <a:t>David Corredor Miguel</a:t>
            </a:r>
          </a:p>
          <a:p>
            <a:r>
              <a:rPr lang="es-ES" sz="3200" b="1" u="sng" dirty="0">
                <a:solidFill>
                  <a:srgbClr val="002060"/>
                </a:solidFill>
              </a:rPr>
              <a:t>Ivan Goded Carrete</a:t>
            </a:r>
          </a:p>
          <a:p>
            <a:r>
              <a:rPr lang="es-ES" sz="3200" b="1" u="sng" dirty="0">
                <a:solidFill>
                  <a:srgbClr val="002060"/>
                </a:solidFill>
              </a:rPr>
              <a:t>Iker Martínez Velasco</a:t>
            </a:r>
          </a:p>
          <a:p>
            <a:r>
              <a:rPr lang="es-ES" sz="3200" b="1" u="sng" dirty="0">
                <a:solidFill>
                  <a:srgbClr val="002060"/>
                </a:solidFill>
              </a:rPr>
              <a:t>Noelia </a:t>
            </a:r>
            <a:r>
              <a:rPr lang="es-ES" sz="3200" b="1" u="sng" dirty="0" err="1">
                <a:solidFill>
                  <a:srgbClr val="002060"/>
                </a:solidFill>
              </a:rPr>
              <a:t>Alafarga</a:t>
            </a:r>
            <a:r>
              <a:rPr lang="es-ES" sz="3200" b="1" u="sng" dirty="0">
                <a:solidFill>
                  <a:srgbClr val="002060"/>
                </a:solidFill>
              </a:rPr>
              <a:t> </a:t>
            </a:r>
            <a:r>
              <a:rPr lang="es-ES" sz="3200" b="1" u="sng" dirty="0" err="1">
                <a:solidFill>
                  <a:srgbClr val="002060"/>
                </a:solidFill>
              </a:rPr>
              <a:t>Payá</a:t>
            </a:r>
            <a:endParaRPr lang="es-ES" sz="3200" b="1" u="sng" dirty="0">
              <a:solidFill>
                <a:srgbClr val="002060"/>
              </a:solidFill>
            </a:endParaRPr>
          </a:p>
        </p:txBody>
      </p:sp>
    </p:spTree>
    <p:extLst>
      <p:ext uri="{BB962C8B-B14F-4D97-AF65-F5344CB8AC3E}">
        <p14:creationId xmlns:p14="http://schemas.microsoft.com/office/powerpoint/2010/main" val="382609194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65E53E8-D5C8-03F3-6D3B-58DC5170D55F}"/>
              </a:ext>
            </a:extLst>
          </p:cNvPr>
          <p:cNvSpPr>
            <a:spLocks noGrp="1"/>
          </p:cNvSpPr>
          <p:nvPr>
            <p:ph type="title"/>
          </p:nvPr>
        </p:nvSpPr>
        <p:spPr>
          <a:xfrm>
            <a:off x="0" y="2643433"/>
            <a:ext cx="4713400" cy="785567"/>
          </a:xfrm>
        </p:spPr>
        <p:txBody>
          <a:bodyPr>
            <a:normAutofit/>
          </a:bodyPr>
          <a:lstStyle/>
          <a:p>
            <a:pPr algn="ctr"/>
            <a:r>
              <a:rPr lang="es-ES" sz="4000" b="1" u="sng" dirty="0">
                <a:solidFill>
                  <a:srgbClr val="00B0F0"/>
                </a:solidFill>
              </a:rPr>
              <a:t>Índice</a:t>
            </a:r>
          </a:p>
        </p:txBody>
      </p:sp>
      <p:sp>
        <p:nvSpPr>
          <p:cNvPr id="3" name="Marcador de texto 2">
            <a:extLst>
              <a:ext uri="{FF2B5EF4-FFF2-40B4-BE49-F238E27FC236}">
                <a16:creationId xmlns:a16="http://schemas.microsoft.com/office/drawing/2014/main" id="{A31D1127-D4BD-DB02-5973-ABDA1CAE23F2}"/>
              </a:ext>
            </a:extLst>
          </p:cNvPr>
          <p:cNvSpPr>
            <a:spLocks noGrp="1"/>
          </p:cNvSpPr>
          <p:nvPr>
            <p:ph type="body" sz="half" idx="2"/>
          </p:nvPr>
        </p:nvSpPr>
        <p:spPr>
          <a:xfrm>
            <a:off x="257666" y="289089"/>
            <a:ext cx="11676669" cy="6460503"/>
          </a:xfrm>
        </p:spPr>
        <p:txBody>
          <a:bodyPr anchor="t">
            <a:noAutofit/>
          </a:bodyPr>
          <a:lstStyle/>
          <a:p>
            <a:pPr marL="342900" indent="-342900" algn="ctr">
              <a:buFont typeface="+mj-lt"/>
              <a:buAutoNum type="arabicPeriod"/>
            </a:pPr>
            <a:r>
              <a:rPr lang="es-ES" sz="2000" b="1" dirty="0">
                <a:solidFill>
                  <a:srgbClr val="00B0F0"/>
                </a:solidFill>
              </a:rPr>
              <a:t>Descripción y Boceto</a:t>
            </a:r>
          </a:p>
          <a:p>
            <a:pPr marL="342900" indent="-342900" algn="ctr">
              <a:buFont typeface="+mj-lt"/>
              <a:buAutoNum type="arabicPeriod"/>
            </a:pPr>
            <a:r>
              <a:rPr lang="es-ES" sz="2000" b="1" dirty="0">
                <a:solidFill>
                  <a:srgbClr val="00B0F0"/>
                </a:solidFill>
              </a:rPr>
              <a:t>Estudio de tiendas online</a:t>
            </a:r>
          </a:p>
          <a:p>
            <a:pPr marL="342900" indent="-342900" algn="ctr">
              <a:buFont typeface="+mj-lt"/>
              <a:buAutoNum type="arabicPeriod"/>
            </a:pPr>
            <a:r>
              <a:rPr lang="es-ES" sz="2000" b="1" dirty="0">
                <a:solidFill>
                  <a:srgbClr val="00B0F0"/>
                </a:solidFill>
              </a:rPr>
              <a:t>Home (Inicio)</a:t>
            </a:r>
          </a:p>
          <a:p>
            <a:pPr marL="342900" indent="-342900" algn="ctr">
              <a:buFont typeface="+mj-lt"/>
              <a:buAutoNum type="arabicPeriod"/>
            </a:pPr>
            <a:r>
              <a:rPr lang="es-ES" sz="2000" b="1" dirty="0">
                <a:solidFill>
                  <a:srgbClr val="00B0F0"/>
                </a:solidFill>
              </a:rPr>
              <a:t>Login (Iniciar Sesión)</a:t>
            </a:r>
          </a:p>
          <a:p>
            <a:pPr marL="342900" indent="-342900" algn="ctr">
              <a:buFont typeface="+mj-lt"/>
              <a:buAutoNum type="arabicPeriod"/>
            </a:pPr>
            <a:r>
              <a:rPr lang="es-ES" sz="2000" b="1" dirty="0">
                <a:solidFill>
                  <a:srgbClr val="00B0F0"/>
                </a:solidFill>
              </a:rPr>
              <a:t>Crear Usuario</a:t>
            </a:r>
          </a:p>
          <a:p>
            <a:pPr marL="342900" indent="-342900" algn="ctr">
              <a:buFont typeface="+mj-lt"/>
              <a:buAutoNum type="arabicPeriod"/>
            </a:pPr>
            <a:r>
              <a:rPr lang="es-ES" sz="2000" b="1" dirty="0">
                <a:solidFill>
                  <a:srgbClr val="00B0F0"/>
                </a:solidFill>
              </a:rPr>
              <a:t>Recordar Contraseña</a:t>
            </a:r>
          </a:p>
          <a:p>
            <a:pPr marL="342900" indent="-342900" algn="ctr">
              <a:buFont typeface="+mj-lt"/>
              <a:buAutoNum type="arabicPeriod"/>
            </a:pPr>
            <a:r>
              <a:rPr lang="es-ES" sz="2000" b="1" dirty="0">
                <a:solidFill>
                  <a:srgbClr val="00B0F0"/>
                </a:solidFill>
              </a:rPr>
              <a:t>Productos</a:t>
            </a:r>
          </a:p>
          <a:p>
            <a:pPr marL="342900" indent="-342900" algn="ctr">
              <a:buFont typeface="+mj-lt"/>
              <a:buAutoNum type="arabicPeriod"/>
            </a:pPr>
            <a:r>
              <a:rPr lang="es-ES" sz="2000" b="1" dirty="0">
                <a:solidFill>
                  <a:srgbClr val="00B0F0"/>
                </a:solidFill>
              </a:rPr>
              <a:t>Detalles Producto</a:t>
            </a:r>
          </a:p>
          <a:p>
            <a:pPr marL="342900" indent="-342900" algn="ctr">
              <a:buFont typeface="+mj-lt"/>
              <a:buAutoNum type="arabicPeriod"/>
            </a:pPr>
            <a:r>
              <a:rPr lang="es-ES" sz="2000" b="1" dirty="0">
                <a:solidFill>
                  <a:srgbClr val="00B0F0"/>
                </a:solidFill>
              </a:rPr>
              <a:t>Cesta</a:t>
            </a:r>
          </a:p>
          <a:p>
            <a:pPr marL="342900" indent="-342900" algn="ctr">
              <a:buFont typeface="+mj-lt"/>
              <a:buAutoNum type="arabicPeriod"/>
            </a:pPr>
            <a:r>
              <a:rPr lang="es-ES" sz="2000" b="1" dirty="0">
                <a:solidFill>
                  <a:srgbClr val="00B0F0"/>
                </a:solidFill>
              </a:rPr>
              <a:t>Tarjetas de Pago</a:t>
            </a:r>
          </a:p>
          <a:p>
            <a:pPr marL="342900" indent="-342900" algn="ctr">
              <a:buFont typeface="+mj-lt"/>
              <a:buAutoNum type="arabicPeriod"/>
            </a:pPr>
            <a:r>
              <a:rPr lang="es-ES" sz="2000" b="1" dirty="0">
                <a:solidFill>
                  <a:srgbClr val="00B0F0"/>
                </a:solidFill>
              </a:rPr>
              <a:t>Editar Tarjetas de Pago</a:t>
            </a:r>
          </a:p>
          <a:p>
            <a:pPr marL="342900" indent="-342900" algn="ctr">
              <a:buFont typeface="+mj-lt"/>
              <a:buAutoNum type="arabicPeriod"/>
            </a:pPr>
            <a:r>
              <a:rPr lang="es-ES" sz="2000" b="1" dirty="0">
                <a:solidFill>
                  <a:srgbClr val="00B0F0"/>
                </a:solidFill>
              </a:rPr>
              <a:t>Finalizar Compra</a:t>
            </a:r>
          </a:p>
          <a:p>
            <a:pPr marL="342900" indent="-342900" algn="ctr">
              <a:buFont typeface="+mj-lt"/>
              <a:buAutoNum type="arabicPeriod"/>
            </a:pPr>
            <a:r>
              <a:rPr lang="es-ES" sz="2000" b="1" dirty="0">
                <a:solidFill>
                  <a:srgbClr val="00B0F0"/>
                </a:solidFill>
              </a:rPr>
              <a:t>Tarjetas de Aprender</a:t>
            </a:r>
          </a:p>
          <a:p>
            <a:pPr marL="342900" indent="-342900" algn="ctr">
              <a:buFont typeface="+mj-lt"/>
              <a:buAutoNum type="arabicPeriod"/>
            </a:pPr>
            <a:r>
              <a:rPr lang="es-ES" sz="2000" b="1" dirty="0">
                <a:solidFill>
                  <a:srgbClr val="00B0F0"/>
                </a:solidFill>
              </a:rPr>
              <a:t>Editar Tarjetas de Aprender</a:t>
            </a:r>
          </a:p>
        </p:txBody>
      </p:sp>
      <p:pic>
        <p:nvPicPr>
          <p:cNvPr id="5" name="Imagen 4">
            <a:extLst>
              <a:ext uri="{FF2B5EF4-FFF2-40B4-BE49-F238E27FC236}">
                <a16:creationId xmlns:a16="http://schemas.microsoft.com/office/drawing/2014/main" id="{B671965C-8488-3534-EC08-67D86A0374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66495" y="1643406"/>
            <a:ext cx="4925505" cy="4925505"/>
          </a:xfrm>
          <a:prstGeom prst="rect">
            <a:avLst/>
          </a:prstGeom>
        </p:spPr>
      </p:pic>
    </p:spTree>
    <p:extLst>
      <p:ext uri="{BB962C8B-B14F-4D97-AF65-F5344CB8AC3E}">
        <p14:creationId xmlns:p14="http://schemas.microsoft.com/office/powerpoint/2010/main" val="148269233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C6F53E-7EE1-75AF-0EEC-E57C39F2447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65B26A3-E016-4EBE-FE6D-3E5ED5CF6A68}"/>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Descripción</a:t>
            </a:r>
          </a:p>
        </p:txBody>
      </p:sp>
      <p:sp>
        <p:nvSpPr>
          <p:cNvPr id="3" name="Marcador de texto 2">
            <a:extLst>
              <a:ext uri="{FF2B5EF4-FFF2-40B4-BE49-F238E27FC236}">
                <a16:creationId xmlns:a16="http://schemas.microsoft.com/office/drawing/2014/main" id="{A3DF992E-6B98-8920-CBA3-A5E003B04AC8}"/>
              </a:ext>
            </a:extLst>
          </p:cNvPr>
          <p:cNvSpPr>
            <a:spLocks noGrp="1"/>
          </p:cNvSpPr>
          <p:nvPr>
            <p:ph type="body" sz="half" idx="2"/>
          </p:nvPr>
        </p:nvSpPr>
        <p:spPr>
          <a:xfrm>
            <a:off x="257666" y="1074656"/>
            <a:ext cx="7915373" cy="5494255"/>
          </a:xfrm>
        </p:spPr>
        <p:txBody>
          <a:bodyPr anchor="t">
            <a:normAutofit/>
          </a:bodyPr>
          <a:lstStyle/>
          <a:p>
            <a:r>
              <a:rPr lang="es-ES" sz="2800" b="1" dirty="0">
                <a:solidFill>
                  <a:srgbClr val="00B0F0"/>
                </a:solidFill>
              </a:rPr>
              <a:t>Nuestra app de React es una tienda que reúne todo tipo de tecnologías, desde electrodomésticos, informática, sonido, hogar. Además, permite aprender sobre tecnologías con tarjetas de aprendizaje que puede crear el usuario. Tanto para comprar como para crear tarjetas de aprendizaje debe estar registrado. Puede buscar productos y filtrar por categoría.</a:t>
            </a:r>
          </a:p>
        </p:txBody>
      </p:sp>
      <p:pic>
        <p:nvPicPr>
          <p:cNvPr id="6" name="Imagen 5">
            <a:extLst>
              <a:ext uri="{FF2B5EF4-FFF2-40B4-BE49-F238E27FC236}">
                <a16:creationId xmlns:a16="http://schemas.microsoft.com/office/drawing/2014/main" id="{F873A213-2B33-6B7C-D026-DAC99A211D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66495" y="1643406"/>
            <a:ext cx="4925505" cy="4925505"/>
          </a:xfrm>
          <a:prstGeom prst="rect">
            <a:avLst/>
          </a:prstGeom>
        </p:spPr>
      </p:pic>
    </p:spTree>
    <p:extLst>
      <p:ext uri="{BB962C8B-B14F-4D97-AF65-F5344CB8AC3E}">
        <p14:creationId xmlns:p14="http://schemas.microsoft.com/office/powerpoint/2010/main" val="34184528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1DC76E-545E-0E6D-21BC-23C8D988506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F25508B-9D86-0211-2B62-2DF698A1A243}"/>
              </a:ext>
            </a:extLst>
          </p:cNvPr>
          <p:cNvSpPr>
            <a:spLocks noGrp="1"/>
          </p:cNvSpPr>
          <p:nvPr>
            <p:ph type="title"/>
          </p:nvPr>
        </p:nvSpPr>
        <p:spPr>
          <a:xfrm>
            <a:off x="0" y="2787191"/>
            <a:ext cx="2960015" cy="785567"/>
          </a:xfrm>
        </p:spPr>
        <p:txBody>
          <a:bodyPr>
            <a:normAutofit/>
          </a:bodyPr>
          <a:lstStyle/>
          <a:p>
            <a:pPr algn="ctr"/>
            <a:r>
              <a:rPr lang="es-ES" sz="4000" b="1" u="sng" dirty="0">
                <a:solidFill>
                  <a:srgbClr val="00B0F0"/>
                </a:solidFill>
              </a:rPr>
              <a:t>Boceto</a:t>
            </a:r>
          </a:p>
        </p:txBody>
      </p:sp>
      <p:sp>
        <p:nvSpPr>
          <p:cNvPr id="3" name="Marcador de texto 2">
            <a:extLst>
              <a:ext uri="{FF2B5EF4-FFF2-40B4-BE49-F238E27FC236}">
                <a16:creationId xmlns:a16="http://schemas.microsoft.com/office/drawing/2014/main" id="{3BAF2323-5F74-A3E2-5A35-6E27F1D10221}"/>
              </a:ext>
            </a:extLst>
          </p:cNvPr>
          <p:cNvSpPr>
            <a:spLocks noGrp="1"/>
          </p:cNvSpPr>
          <p:nvPr>
            <p:ph type="body" sz="half" idx="2"/>
          </p:nvPr>
        </p:nvSpPr>
        <p:spPr>
          <a:xfrm>
            <a:off x="257666" y="1074656"/>
            <a:ext cx="11676669" cy="5494255"/>
          </a:xfrm>
        </p:spPr>
        <p:txBody>
          <a:bodyPr anchor="t">
            <a:normAutofit/>
          </a:bodyPr>
          <a:lstStyle/>
          <a:p>
            <a:endParaRPr lang="es-ES" sz="2800" b="1" dirty="0">
              <a:solidFill>
                <a:srgbClr val="00B0F0"/>
              </a:solidFill>
            </a:endParaRPr>
          </a:p>
        </p:txBody>
      </p:sp>
      <p:pic>
        <p:nvPicPr>
          <p:cNvPr id="5" name="Imagen 4">
            <a:extLst>
              <a:ext uri="{FF2B5EF4-FFF2-40B4-BE49-F238E27FC236}">
                <a16:creationId xmlns:a16="http://schemas.microsoft.com/office/drawing/2014/main" id="{43DC060B-5E29-4192-7510-B72DF9347A0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77284" y="289089"/>
            <a:ext cx="9207325" cy="6279821"/>
          </a:xfrm>
          <a:prstGeom prst="rect">
            <a:avLst/>
          </a:prstGeom>
        </p:spPr>
      </p:pic>
    </p:spTree>
    <p:extLst>
      <p:ext uri="{BB962C8B-B14F-4D97-AF65-F5344CB8AC3E}">
        <p14:creationId xmlns:p14="http://schemas.microsoft.com/office/powerpoint/2010/main" val="9250460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F17915-103B-F114-C7DA-4886939664C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BFFF4B5-6210-0F6B-D788-32B41A52C626}"/>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Estudio de Tiendas Online</a:t>
            </a:r>
          </a:p>
        </p:txBody>
      </p:sp>
      <p:sp>
        <p:nvSpPr>
          <p:cNvPr id="3" name="Marcador de texto 2">
            <a:extLst>
              <a:ext uri="{FF2B5EF4-FFF2-40B4-BE49-F238E27FC236}">
                <a16:creationId xmlns:a16="http://schemas.microsoft.com/office/drawing/2014/main" id="{94D740A6-473B-7BD3-BF92-8AB56433029B}"/>
              </a:ext>
            </a:extLst>
          </p:cNvPr>
          <p:cNvSpPr>
            <a:spLocks noGrp="1"/>
          </p:cNvSpPr>
          <p:nvPr>
            <p:ph type="body" sz="half" idx="2"/>
          </p:nvPr>
        </p:nvSpPr>
        <p:spPr>
          <a:xfrm>
            <a:off x="257666" y="1074656"/>
            <a:ext cx="11676669" cy="5494255"/>
          </a:xfrm>
        </p:spPr>
        <p:txBody>
          <a:bodyPr anchor="t">
            <a:normAutofit/>
          </a:bodyPr>
          <a:lstStyle/>
          <a:p>
            <a:pPr algn="ctr"/>
            <a:r>
              <a:rPr lang="es-ES" sz="2800" b="1" u="sng" dirty="0" err="1">
                <a:solidFill>
                  <a:srgbClr val="00B0F0"/>
                </a:solidFill>
              </a:rPr>
              <a:t>Mediamarkt</a:t>
            </a:r>
            <a:endParaRPr lang="es-ES" sz="2800" b="1" u="sng" dirty="0">
              <a:solidFill>
                <a:srgbClr val="00B0F0"/>
              </a:solidFill>
            </a:endParaRPr>
          </a:p>
          <a:p>
            <a:pPr algn="l"/>
            <a:r>
              <a:rPr lang="es-ES" sz="2800" b="1" dirty="0">
                <a:solidFill>
                  <a:srgbClr val="00B0F0"/>
                </a:solidFill>
              </a:rPr>
              <a:t>Hemos analizado las interfaces principales de la tienda online </a:t>
            </a:r>
            <a:r>
              <a:rPr lang="es-ES" sz="2800" b="1" dirty="0" err="1">
                <a:solidFill>
                  <a:srgbClr val="00B0F0"/>
                </a:solidFill>
              </a:rPr>
              <a:t>MediaMarkt</a:t>
            </a:r>
            <a:r>
              <a:rPr lang="es-ES" sz="2800" b="1" dirty="0">
                <a:solidFill>
                  <a:srgbClr val="00B0F0"/>
                </a:solidFill>
              </a:rPr>
              <a:t> como referencia para el diseño de una tienda de electrodomésticos propia. Es uno de los e-</a:t>
            </a:r>
            <a:r>
              <a:rPr lang="es-ES" sz="2800" b="1" dirty="0" err="1">
                <a:solidFill>
                  <a:srgbClr val="00B0F0"/>
                </a:solidFill>
              </a:rPr>
              <a:t>commerce</a:t>
            </a:r>
            <a:r>
              <a:rPr lang="es-ES" sz="2800" b="1" dirty="0">
                <a:solidFill>
                  <a:srgbClr val="00B0F0"/>
                </a:solidFill>
              </a:rPr>
              <a:t> lideres en venta de tecnología y electrodomésticos en España, por lo que su estructura, experiencia de usuario y elementos visuales resultan una guía útil para identificar buenas practicas y oportunidades de mejora.</a:t>
            </a:r>
          </a:p>
          <a:p>
            <a:pPr algn="l"/>
            <a:r>
              <a:rPr lang="es-ES" sz="2800" b="1" dirty="0">
                <a:solidFill>
                  <a:srgbClr val="00B0F0"/>
                </a:solidFill>
              </a:rPr>
              <a:t>El análisis se centra en las siguientes pantallas clave del recorrido de compra: - Home o pagina principal - Pagina de categoría - Resultados de búsqueda - Ficha de producto - Carrito y proceso de compra - Area de usuario y postventa</a:t>
            </a:r>
          </a:p>
          <a:p>
            <a:r>
              <a:rPr lang="es-ES" sz="2800" b="1" dirty="0">
                <a:solidFill>
                  <a:srgbClr val="00B0F0"/>
                </a:solidFill>
              </a:rPr>
              <a:t>Mas info en: Estudio Mediamarkt.docx</a:t>
            </a:r>
          </a:p>
        </p:txBody>
      </p:sp>
    </p:spTree>
    <p:extLst>
      <p:ext uri="{BB962C8B-B14F-4D97-AF65-F5344CB8AC3E}">
        <p14:creationId xmlns:p14="http://schemas.microsoft.com/office/powerpoint/2010/main" val="19333944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EA5ACD-B567-F69B-F39E-6C862B4754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1BA2A386-798D-A4AA-7084-E6968799C741}"/>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Estudio de Tiendas Online</a:t>
            </a:r>
          </a:p>
        </p:txBody>
      </p:sp>
      <p:sp>
        <p:nvSpPr>
          <p:cNvPr id="3" name="Marcador de texto 2">
            <a:extLst>
              <a:ext uri="{FF2B5EF4-FFF2-40B4-BE49-F238E27FC236}">
                <a16:creationId xmlns:a16="http://schemas.microsoft.com/office/drawing/2014/main" id="{C5E68FD5-0D93-B3E3-7E8A-5D54643315CA}"/>
              </a:ext>
            </a:extLst>
          </p:cNvPr>
          <p:cNvSpPr>
            <a:spLocks noGrp="1"/>
          </p:cNvSpPr>
          <p:nvPr>
            <p:ph type="body" sz="half" idx="2"/>
          </p:nvPr>
        </p:nvSpPr>
        <p:spPr>
          <a:xfrm>
            <a:off x="257666" y="1074656"/>
            <a:ext cx="11676669" cy="5494255"/>
          </a:xfrm>
        </p:spPr>
        <p:txBody>
          <a:bodyPr anchor="t">
            <a:normAutofit/>
          </a:bodyPr>
          <a:lstStyle/>
          <a:p>
            <a:pPr algn="ctr"/>
            <a:r>
              <a:rPr lang="es-ES" sz="2800" b="1" u="sng" dirty="0">
                <a:solidFill>
                  <a:srgbClr val="00B0F0"/>
                </a:solidFill>
              </a:rPr>
              <a:t>Amazon</a:t>
            </a:r>
          </a:p>
          <a:p>
            <a:pPr algn="l"/>
            <a:r>
              <a:rPr lang="es-ES" sz="2800" b="1" dirty="0">
                <a:solidFill>
                  <a:srgbClr val="00B0F0"/>
                </a:solidFill>
              </a:rPr>
              <a:t>Hemos analizado las interfaces principales de la tienda online Amazon como referencia para el diseño de una tienda de electrodomésticos propia. Es uno de los e-</a:t>
            </a:r>
            <a:r>
              <a:rPr lang="es-ES" sz="2800" b="1" dirty="0" err="1">
                <a:solidFill>
                  <a:srgbClr val="00B0F0"/>
                </a:solidFill>
              </a:rPr>
              <a:t>commerce</a:t>
            </a:r>
            <a:r>
              <a:rPr lang="es-ES" sz="2800" b="1" dirty="0">
                <a:solidFill>
                  <a:srgbClr val="00B0F0"/>
                </a:solidFill>
              </a:rPr>
              <a:t> lideres en venta online, por lo que su estructura, experiencia de usuario y elementos visuales resultan una guía útil para identificar buenas practicas y oportunidades de mejora.</a:t>
            </a:r>
          </a:p>
          <a:p>
            <a:pPr algn="l"/>
            <a:r>
              <a:rPr lang="es-ES" sz="2800" b="1" dirty="0">
                <a:solidFill>
                  <a:srgbClr val="00B0F0"/>
                </a:solidFill>
              </a:rPr>
              <a:t>El análisis se centra en las siguientes pantallas clave del recorrido de compra: - Home o pagina principal - Pagina de categoría - Resultados de búsqueda - Ficha de producto - Carrito y proceso de compra - Area de usuario y postventa</a:t>
            </a:r>
          </a:p>
          <a:p>
            <a:r>
              <a:rPr lang="es-ES" sz="2800" b="1" dirty="0">
                <a:solidFill>
                  <a:srgbClr val="00B0F0"/>
                </a:solidFill>
              </a:rPr>
              <a:t>Mas info en: Estudio Amazon.docx</a:t>
            </a:r>
          </a:p>
        </p:txBody>
      </p:sp>
    </p:spTree>
    <p:extLst>
      <p:ext uri="{BB962C8B-B14F-4D97-AF65-F5344CB8AC3E}">
        <p14:creationId xmlns:p14="http://schemas.microsoft.com/office/powerpoint/2010/main" val="34476605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43680-B653-E750-2748-A981D962603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52EC691-9DBF-9614-3318-0742C8D66302}"/>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Home (Inicio)</a:t>
            </a:r>
          </a:p>
        </p:txBody>
      </p:sp>
      <p:sp>
        <p:nvSpPr>
          <p:cNvPr id="3" name="Marcador de texto 2">
            <a:extLst>
              <a:ext uri="{FF2B5EF4-FFF2-40B4-BE49-F238E27FC236}">
                <a16:creationId xmlns:a16="http://schemas.microsoft.com/office/drawing/2014/main" id="{B018C736-3C65-68D6-745E-06829A41510A}"/>
              </a:ext>
            </a:extLst>
          </p:cNvPr>
          <p:cNvSpPr>
            <a:spLocks noGrp="1"/>
          </p:cNvSpPr>
          <p:nvPr>
            <p:ph type="body" sz="half" idx="2"/>
          </p:nvPr>
        </p:nvSpPr>
        <p:spPr>
          <a:xfrm>
            <a:off x="257666" y="1074656"/>
            <a:ext cx="11676669" cy="5494255"/>
          </a:xfrm>
        </p:spPr>
        <p:txBody>
          <a:bodyPr anchor="t">
            <a:normAutofit/>
          </a:bodyPr>
          <a:lstStyle/>
          <a:p>
            <a:r>
              <a:rPr lang="es-ES" sz="2800" b="1" dirty="0">
                <a:solidFill>
                  <a:srgbClr val="00B0F0"/>
                </a:solidFill>
              </a:rPr>
              <a:t>Esta pagina es la de Inicio aparece si ha iniciado sesión el Nombre de Usuario. Al pulsar Cerrar Sesión cierra la sesión y vuelve a aparecer el botón Login. Al pulsar Login te lleva a la pagina de Login (Iniciar Sesión).</a:t>
            </a:r>
          </a:p>
          <a:p>
            <a:r>
              <a:rPr lang="es-ES" sz="2800" b="1" dirty="0">
                <a:solidFill>
                  <a:srgbClr val="00B0F0"/>
                </a:solidFill>
              </a:rPr>
              <a:t>Además, aparece en el menu superior el logo (te lleva a esta misma página), una barra de búsqueda para buscar en producto en la tienda y las diferentes páginas. En el centro una lista con los productos destacados. Y en el menu inferior el logo (te lleva a esta misma página), las diferentes páginas y el copyright.</a:t>
            </a:r>
          </a:p>
        </p:txBody>
      </p:sp>
    </p:spTree>
    <p:extLst>
      <p:ext uri="{BB962C8B-B14F-4D97-AF65-F5344CB8AC3E}">
        <p14:creationId xmlns:p14="http://schemas.microsoft.com/office/powerpoint/2010/main" val="167647352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F97A8B-CC85-2590-71C9-89423ADB4576}"/>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FEEE2F4-9471-3268-F6DF-C77D4E2682EF}"/>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Login (Iniciar Sesión)</a:t>
            </a:r>
          </a:p>
        </p:txBody>
      </p:sp>
      <p:sp>
        <p:nvSpPr>
          <p:cNvPr id="3" name="Marcador de texto 2">
            <a:extLst>
              <a:ext uri="{FF2B5EF4-FFF2-40B4-BE49-F238E27FC236}">
                <a16:creationId xmlns:a16="http://schemas.microsoft.com/office/drawing/2014/main" id="{78411CAF-AA8E-D2FF-D8EF-9406DEEF37B9}"/>
              </a:ext>
            </a:extLst>
          </p:cNvPr>
          <p:cNvSpPr>
            <a:spLocks noGrp="1"/>
          </p:cNvSpPr>
          <p:nvPr>
            <p:ph type="body" sz="half" idx="2"/>
          </p:nvPr>
        </p:nvSpPr>
        <p:spPr>
          <a:xfrm>
            <a:off x="257666" y="1074656"/>
            <a:ext cx="11676669" cy="5494255"/>
          </a:xfrm>
        </p:spPr>
        <p:txBody>
          <a:bodyPr anchor="t">
            <a:normAutofit/>
          </a:bodyPr>
          <a:lstStyle/>
          <a:p>
            <a:r>
              <a:rPr lang="es-ES" sz="2800" b="1" dirty="0">
                <a:solidFill>
                  <a:srgbClr val="00B0F0"/>
                </a:solidFill>
              </a:rPr>
              <a:t>Esta pagina es para Iniciar Sesión poniendo el Email y Contraseña. Al pulsar Iniciar Sesión te lleva a Home (Inicio) con la sesión iniciada.</a:t>
            </a:r>
          </a:p>
        </p:txBody>
      </p:sp>
    </p:spTree>
    <p:extLst>
      <p:ext uri="{BB962C8B-B14F-4D97-AF65-F5344CB8AC3E}">
        <p14:creationId xmlns:p14="http://schemas.microsoft.com/office/powerpoint/2010/main" val="13534008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60C5B9-F702-32E6-E203-5789E7D7116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C962E0ED-3679-091B-AA9D-931D764686FA}"/>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Crear Usuario</a:t>
            </a:r>
          </a:p>
        </p:txBody>
      </p:sp>
      <p:sp>
        <p:nvSpPr>
          <p:cNvPr id="3" name="Marcador de texto 2">
            <a:extLst>
              <a:ext uri="{FF2B5EF4-FFF2-40B4-BE49-F238E27FC236}">
                <a16:creationId xmlns:a16="http://schemas.microsoft.com/office/drawing/2014/main" id="{AD998F6C-F44B-1D08-73C6-08C7A731E3F2}"/>
              </a:ext>
            </a:extLst>
          </p:cNvPr>
          <p:cNvSpPr>
            <a:spLocks noGrp="1"/>
          </p:cNvSpPr>
          <p:nvPr>
            <p:ph type="body" sz="half" idx="2"/>
          </p:nvPr>
        </p:nvSpPr>
        <p:spPr>
          <a:xfrm>
            <a:off x="257666" y="1074656"/>
            <a:ext cx="11676669" cy="5494255"/>
          </a:xfrm>
        </p:spPr>
        <p:txBody>
          <a:bodyPr anchor="t">
            <a:normAutofit/>
          </a:bodyPr>
          <a:lstStyle/>
          <a:p>
            <a:r>
              <a:rPr lang="es-ES" sz="2800" b="1" dirty="0">
                <a:solidFill>
                  <a:srgbClr val="00B0F0"/>
                </a:solidFill>
              </a:rPr>
              <a:t>Esta pagina es para Crear Usuario poniendo el Nombre de Usuario, Email y Contraseña. Al pulsar Registrarse crea el usuario.</a:t>
            </a:r>
          </a:p>
        </p:txBody>
      </p:sp>
    </p:spTree>
    <p:extLst>
      <p:ext uri="{BB962C8B-B14F-4D97-AF65-F5344CB8AC3E}">
        <p14:creationId xmlns:p14="http://schemas.microsoft.com/office/powerpoint/2010/main" val="9612581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19C401-D4B8-6335-4299-51358D01BB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CCF1B91-4590-DAD9-6234-08742835CBB2}"/>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Recordar Contraseña</a:t>
            </a:r>
          </a:p>
        </p:txBody>
      </p:sp>
      <p:sp>
        <p:nvSpPr>
          <p:cNvPr id="3" name="Marcador de texto 2">
            <a:extLst>
              <a:ext uri="{FF2B5EF4-FFF2-40B4-BE49-F238E27FC236}">
                <a16:creationId xmlns:a16="http://schemas.microsoft.com/office/drawing/2014/main" id="{728CD9F5-1223-187B-640D-584DF592E104}"/>
              </a:ext>
            </a:extLst>
          </p:cNvPr>
          <p:cNvSpPr>
            <a:spLocks noGrp="1"/>
          </p:cNvSpPr>
          <p:nvPr>
            <p:ph type="body" sz="half" idx="2"/>
          </p:nvPr>
        </p:nvSpPr>
        <p:spPr>
          <a:xfrm>
            <a:off x="257666" y="1074656"/>
            <a:ext cx="11676669" cy="5494255"/>
          </a:xfrm>
        </p:spPr>
        <p:txBody>
          <a:bodyPr anchor="t">
            <a:normAutofit/>
          </a:bodyPr>
          <a:lstStyle/>
          <a:p>
            <a:r>
              <a:rPr lang="es-ES" sz="2800" b="1" dirty="0">
                <a:solidFill>
                  <a:srgbClr val="00B0F0"/>
                </a:solidFill>
              </a:rPr>
              <a:t>Esta pagina es para Recordar Contraseña poniendo el Email y la Contraseña dos veces. Al pulsar Cambiar Contraseña la cambia e inicia sesión.</a:t>
            </a:r>
          </a:p>
          <a:p>
            <a:pPr algn="l"/>
            <a:endParaRPr lang="es-ES" sz="2800" b="1" dirty="0">
              <a:solidFill>
                <a:srgbClr val="00B0F0"/>
              </a:solidFill>
            </a:endParaRPr>
          </a:p>
        </p:txBody>
      </p:sp>
    </p:spTree>
    <p:extLst>
      <p:ext uri="{BB962C8B-B14F-4D97-AF65-F5344CB8AC3E}">
        <p14:creationId xmlns:p14="http://schemas.microsoft.com/office/powerpoint/2010/main" val="34968249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34807C-99FC-F8E9-35A7-FF96B280E77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EC6AD6-694C-BEFB-E8DE-FF33A6EFB253}"/>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Productos</a:t>
            </a:r>
          </a:p>
        </p:txBody>
      </p:sp>
      <p:sp>
        <p:nvSpPr>
          <p:cNvPr id="3" name="Marcador de texto 2">
            <a:extLst>
              <a:ext uri="{FF2B5EF4-FFF2-40B4-BE49-F238E27FC236}">
                <a16:creationId xmlns:a16="http://schemas.microsoft.com/office/drawing/2014/main" id="{5FEE8E04-F9F5-0CD4-3CBB-E1F050D9D12D}"/>
              </a:ext>
            </a:extLst>
          </p:cNvPr>
          <p:cNvSpPr>
            <a:spLocks noGrp="1"/>
          </p:cNvSpPr>
          <p:nvPr>
            <p:ph type="body" sz="half" idx="2"/>
          </p:nvPr>
        </p:nvSpPr>
        <p:spPr>
          <a:xfrm>
            <a:off x="257666" y="1074656"/>
            <a:ext cx="11676669" cy="5494255"/>
          </a:xfrm>
        </p:spPr>
        <p:txBody>
          <a:bodyPr anchor="t">
            <a:normAutofit/>
          </a:bodyPr>
          <a:lstStyle/>
          <a:p>
            <a:pPr algn="l"/>
            <a:r>
              <a:rPr lang="es-ES" sz="2800" b="1" dirty="0">
                <a:solidFill>
                  <a:srgbClr val="00B0F0"/>
                </a:solidFill>
              </a:rPr>
              <a:t>Esta pagina tiene todos los productos con nombre, precio e imagen. Al pulsar Añadir con la sesión iniciada se te añade a Cesta.</a:t>
            </a:r>
          </a:p>
        </p:txBody>
      </p:sp>
    </p:spTree>
    <p:extLst>
      <p:ext uri="{BB962C8B-B14F-4D97-AF65-F5344CB8AC3E}">
        <p14:creationId xmlns:p14="http://schemas.microsoft.com/office/powerpoint/2010/main" val="13808928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A105A-C873-DEDC-EB60-CBCC883854B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0A4596C-F139-FECA-BCD7-72882CA4C6A2}"/>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Detalles Producto</a:t>
            </a:r>
          </a:p>
        </p:txBody>
      </p:sp>
      <p:sp>
        <p:nvSpPr>
          <p:cNvPr id="3" name="Marcador de texto 2">
            <a:extLst>
              <a:ext uri="{FF2B5EF4-FFF2-40B4-BE49-F238E27FC236}">
                <a16:creationId xmlns:a16="http://schemas.microsoft.com/office/drawing/2014/main" id="{C3E575B8-4E1B-A9FA-7D49-265E207E3559}"/>
              </a:ext>
            </a:extLst>
          </p:cNvPr>
          <p:cNvSpPr>
            <a:spLocks noGrp="1"/>
          </p:cNvSpPr>
          <p:nvPr>
            <p:ph type="body" sz="half" idx="2"/>
          </p:nvPr>
        </p:nvSpPr>
        <p:spPr>
          <a:xfrm>
            <a:off x="257666" y="1074656"/>
            <a:ext cx="11676669" cy="5494255"/>
          </a:xfrm>
        </p:spPr>
        <p:txBody>
          <a:bodyPr anchor="t">
            <a:normAutofit/>
          </a:bodyPr>
          <a:lstStyle/>
          <a:p>
            <a:pPr algn="l"/>
            <a:r>
              <a:rPr lang="es-ES" sz="2800" b="1" dirty="0">
                <a:solidFill>
                  <a:srgbClr val="00B0F0"/>
                </a:solidFill>
              </a:rPr>
              <a:t>Esta pagina tiene los detalles del producto (nombre, descripcion corta y larga, precio, imagen, características, galería de imágenes, comentarios y valoraciones). Al pulsar Añadir con la sesión iniciada se te añade a Cesta.</a:t>
            </a:r>
          </a:p>
        </p:txBody>
      </p:sp>
    </p:spTree>
    <p:extLst>
      <p:ext uri="{BB962C8B-B14F-4D97-AF65-F5344CB8AC3E}">
        <p14:creationId xmlns:p14="http://schemas.microsoft.com/office/powerpoint/2010/main" val="9602008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9874A-19C9-8D09-CF26-05F8169BF4FD}"/>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579921F-0C04-1CD1-6B65-4471E3655DCD}"/>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Cesta</a:t>
            </a:r>
          </a:p>
        </p:txBody>
      </p:sp>
      <p:sp>
        <p:nvSpPr>
          <p:cNvPr id="3" name="Marcador de texto 2">
            <a:extLst>
              <a:ext uri="{FF2B5EF4-FFF2-40B4-BE49-F238E27FC236}">
                <a16:creationId xmlns:a16="http://schemas.microsoft.com/office/drawing/2014/main" id="{BD717E3C-37B7-FB89-2E47-509730C09DD1}"/>
              </a:ext>
            </a:extLst>
          </p:cNvPr>
          <p:cNvSpPr>
            <a:spLocks noGrp="1"/>
          </p:cNvSpPr>
          <p:nvPr>
            <p:ph type="body" sz="half" idx="2"/>
          </p:nvPr>
        </p:nvSpPr>
        <p:spPr>
          <a:xfrm>
            <a:off x="257666" y="1074656"/>
            <a:ext cx="11676669" cy="5494255"/>
          </a:xfrm>
        </p:spPr>
        <p:txBody>
          <a:bodyPr anchor="t">
            <a:normAutofit/>
          </a:bodyPr>
          <a:lstStyle/>
          <a:p>
            <a:pPr algn="l"/>
            <a:r>
              <a:rPr lang="es-ES" sz="2800" b="1" dirty="0">
                <a:solidFill>
                  <a:srgbClr val="00B0F0"/>
                </a:solidFill>
              </a:rPr>
              <a:t>Esta pagina tiene los productos añadidos (nombre, precio, imagen, cantidad, total y subtotal). Al pulsar Continuar con la sesión iniciada te lleva a Tarjetas de Pago.</a:t>
            </a:r>
          </a:p>
          <a:p>
            <a:pPr algn="l"/>
            <a:endParaRPr lang="es-ES" sz="2800" b="1" dirty="0">
              <a:solidFill>
                <a:srgbClr val="00B0F0"/>
              </a:solidFill>
            </a:endParaRPr>
          </a:p>
        </p:txBody>
      </p:sp>
    </p:spTree>
    <p:extLst>
      <p:ext uri="{BB962C8B-B14F-4D97-AF65-F5344CB8AC3E}">
        <p14:creationId xmlns:p14="http://schemas.microsoft.com/office/powerpoint/2010/main" val="11521802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B6B23D-9BD4-51FA-B348-AF0D834EB444}"/>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FA6F264-69B9-887A-C8F2-649D802261E8}"/>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Tarjetas de Pago</a:t>
            </a:r>
          </a:p>
        </p:txBody>
      </p:sp>
      <p:sp>
        <p:nvSpPr>
          <p:cNvPr id="3" name="Marcador de texto 2">
            <a:extLst>
              <a:ext uri="{FF2B5EF4-FFF2-40B4-BE49-F238E27FC236}">
                <a16:creationId xmlns:a16="http://schemas.microsoft.com/office/drawing/2014/main" id="{458DDE8E-AC4E-D474-8D13-9197032F3E68}"/>
              </a:ext>
            </a:extLst>
          </p:cNvPr>
          <p:cNvSpPr>
            <a:spLocks noGrp="1"/>
          </p:cNvSpPr>
          <p:nvPr>
            <p:ph type="body" sz="half" idx="2"/>
          </p:nvPr>
        </p:nvSpPr>
        <p:spPr>
          <a:xfrm>
            <a:off x="257666" y="1074656"/>
            <a:ext cx="11676669" cy="5494255"/>
          </a:xfrm>
        </p:spPr>
        <p:txBody>
          <a:bodyPr anchor="t">
            <a:normAutofit/>
          </a:bodyPr>
          <a:lstStyle/>
          <a:p>
            <a:r>
              <a:rPr lang="es-ES" sz="2800" b="1" dirty="0">
                <a:solidFill>
                  <a:srgbClr val="00B0F0"/>
                </a:solidFill>
              </a:rPr>
              <a:t>Esta pagina tiene las Tarjetas de Pago añadidas (nombre de usuario, fecha de caducidad, CCV). Al pulsar Añadir/Editar con la sesión iniciada te lleva a Editar Tarjetas de Pago. Al pulsar Continuar con la sesión iniciada te lleva a Finalizar Compra.</a:t>
            </a:r>
          </a:p>
          <a:p>
            <a:pPr algn="l"/>
            <a:endParaRPr lang="es-ES" sz="2800" b="1" dirty="0">
              <a:solidFill>
                <a:srgbClr val="00B0F0"/>
              </a:solidFill>
            </a:endParaRPr>
          </a:p>
        </p:txBody>
      </p:sp>
    </p:spTree>
    <p:extLst>
      <p:ext uri="{BB962C8B-B14F-4D97-AF65-F5344CB8AC3E}">
        <p14:creationId xmlns:p14="http://schemas.microsoft.com/office/powerpoint/2010/main" val="47754846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869C1E-9FC5-4CEE-C330-9DF66D59D9D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1A4FC4E-F5FF-21CD-51CD-024F532D99B2}"/>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Editar Tarjetas de Pago</a:t>
            </a:r>
          </a:p>
        </p:txBody>
      </p:sp>
      <p:sp>
        <p:nvSpPr>
          <p:cNvPr id="3" name="Marcador de texto 2">
            <a:extLst>
              <a:ext uri="{FF2B5EF4-FFF2-40B4-BE49-F238E27FC236}">
                <a16:creationId xmlns:a16="http://schemas.microsoft.com/office/drawing/2014/main" id="{083C93DD-BA38-EB02-FD5E-C854D7ABCBB8}"/>
              </a:ext>
            </a:extLst>
          </p:cNvPr>
          <p:cNvSpPr>
            <a:spLocks noGrp="1"/>
          </p:cNvSpPr>
          <p:nvPr>
            <p:ph type="body" sz="half" idx="2"/>
          </p:nvPr>
        </p:nvSpPr>
        <p:spPr>
          <a:xfrm>
            <a:off x="257666" y="1074656"/>
            <a:ext cx="11676669" cy="5494255"/>
          </a:xfrm>
        </p:spPr>
        <p:txBody>
          <a:bodyPr anchor="t">
            <a:normAutofit/>
          </a:bodyPr>
          <a:lstStyle/>
          <a:p>
            <a:r>
              <a:rPr lang="es-ES" sz="2800" b="1" dirty="0">
                <a:solidFill>
                  <a:srgbClr val="00B0F0"/>
                </a:solidFill>
              </a:rPr>
              <a:t>Esta pagina permite añadir o editar las Tarjetas de Pago (nombre de usuario, fecha de caducidad, CCV). Al pulsar Añadir/Editar con la sesión iniciada te lleva a Tarjetas de Pago. </a:t>
            </a:r>
          </a:p>
        </p:txBody>
      </p:sp>
    </p:spTree>
    <p:extLst>
      <p:ext uri="{BB962C8B-B14F-4D97-AF65-F5344CB8AC3E}">
        <p14:creationId xmlns:p14="http://schemas.microsoft.com/office/powerpoint/2010/main" val="314711086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CDBF9-B222-7608-9292-3C46CA2B233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6D23D9B-9364-7526-C35F-FDBDA934AF9E}"/>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Finalizar Compra</a:t>
            </a:r>
          </a:p>
        </p:txBody>
      </p:sp>
      <p:sp>
        <p:nvSpPr>
          <p:cNvPr id="3" name="Marcador de texto 2">
            <a:extLst>
              <a:ext uri="{FF2B5EF4-FFF2-40B4-BE49-F238E27FC236}">
                <a16:creationId xmlns:a16="http://schemas.microsoft.com/office/drawing/2014/main" id="{A2C217F6-80B3-1B06-3392-0B053A218055}"/>
              </a:ext>
            </a:extLst>
          </p:cNvPr>
          <p:cNvSpPr>
            <a:spLocks noGrp="1"/>
          </p:cNvSpPr>
          <p:nvPr>
            <p:ph type="body" sz="half" idx="2"/>
          </p:nvPr>
        </p:nvSpPr>
        <p:spPr>
          <a:xfrm>
            <a:off x="257666" y="1074656"/>
            <a:ext cx="11676669" cy="5494255"/>
          </a:xfrm>
        </p:spPr>
        <p:txBody>
          <a:bodyPr anchor="t">
            <a:normAutofit/>
          </a:bodyPr>
          <a:lstStyle/>
          <a:p>
            <a:pPr algn="l"/>
            <a:r>
              <a:rPr lang="es-ES" sz="2800" b="1" dirty="0">
                <a:solidFill>
                  <a:srgbClr val="00B0F0"/>
                </a:solidFill>
              </a:rPr>
              <a:t>Esta pagina tiene los productos de la Cesta (nombre, precio, imagen, cantidad, total, subtotal y numero tarjeta de pago). Al pulsar Finalizar con la sesión iniciada te crea la factura.</a:t>
            </a:r>
          </a:p>
          <a:p>
            <a:pPr algn="l"/>
            <a:endParaRPr lang="es-ES" sz="2800" b="1" dirty="0">
              <a:solidFill>
                <a:srgbClr val="00B0F0"/>
              </a:solidFill>
            </a:endParaRPr>
          </a:p>
        </p:txBody>
      </p:sp>
    </p:spTree>
    <p:extLst>
      <p:ext uri="{BB962C8B-B14F-4D97-AF65-F5344CB8AC3E}">
        <p14:creationId xmlns:p14="http://schemas.microsoft.com/office/powerpoint/2010/main" val="18165676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46807-5785-4AD4-A4E4-E15E3FB2A51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D3B60949-BBC2-8A3F-0958-0E04512AEDB4}"/>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Tarjetas de Aprender</a:t>
            </a:r>
          </a:p>
        </p:txBody>
      </p:sp>
      <p:sp>
        <p:nvSpPr>
          <p:cNvPr id="3" name="Marcador de texto 2">
            <a:extLst>
              <a:ext uri="{FF2B5EF4-FFF2-40B4-BE49-F238E27FC236}">
                <a16:creationId xmlns:a16="http://schemas.microsoft.com/office/drawing/2014/main" id="{8933D799-3FAE-17BD-F3A3-833ED594869A}"/>
              </a:ext>
            </a:extLst>
          </p:cNvPr>
          <p:cNvSpPr>
            <a:spLocks noGrp="1"/>
          </p:cNvSpPr>
          <p:nvPr>
            <p:ph type="body" sz="half" idx="2"/>
          </p:nvPr>
        </p:nvSpPr>
        <p:spPr>
          <a:xfrm>
            <a:off x="257666" y="1074656"/>
            <a:ext cx="11676669" cy="5494255"/>
          </a:xfrm>
        </p:spPr>
        <p:txBody>
          <a:bodyPr anchor="t">
            <a:normAutofit/>
          </a:bodyPr>
          <a:lstStyle/>
          <a:p>
            <a:r>
              <a:rPr lang="es-ES" sz="2800" b="1" dirty="0">
                <a:solidFill>
                  <a:srgbClr val="00B0F0"/>
                </a:solidFill>
              </a:rPr>
              <a:t>Esta pagina tiene las Tarjetas de Aprender añadidas (nombre de usuario, tipo, pregunta, respuestas). Al pulsar Añadir/Editar con la sesión iniciada te lleva a Editar Tarjetas de Aprender. </a:t>
            </a:r>
          </a:p>
        </p:txBody>
      </p:sp>
    </p:spTree>
    <p:extLst>
      <p:ext uri="{BB962C8B-B14F-4D97-AF65-F5344CB8AC3E}">
        <p14:creationId xmlns:p14="http://schemas.microsoft.com/office/powerpoint/2010/main" val="5645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97DD58-2BC6-259F-692C-E21B39177798}"/>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1CADAAE-1631-1F63-B0F6-7C6D874F20DF}"/>
              </a:ext>
            </a:extLst>
          </p:cNvPr>
          <p:cNvSpPr>
            <a:spLocks noGrp="1"/>
          </p:cNvSpPr>
          <p:nvPr>
            <p:ph type="title"/>
          </p:nvPr>
        </p:nvSpPr>
        <p:spPr>
          <a:xfrm>
            <a:off x="207391" y="289089"/>
            <a:ext cx="11726943" cy="785567"/>
          </a:xfrm>
        </p:spPr>
        <p:txBody>
          <a:bodyPr>
            <a:normAutofit/>
          </a:bodyPr>
          <a:lstStyle/>
          <a:p>
            <a:pPr algn="ctr"/>
            <a:r>
              <a:rPr lang="es-ES" sz="4000" b="1" u="sng" dirty="0">
                <a:solidFill>
                  <a:srgbClr val="00B0F0"/>
                </a:solidFill>
              </a:rPr>
              <a:t>Editar Tarjetas de Aprender</a:t>
            </a:r>
          </a:p>
        </p:txBody>
      </p:sp>
      <p:sp>
        <p:nvSpPr>
          <p:cNvPr id="3" name="Marcador de texto 2">
            <a:extLst>
              <a:ext uri="{FF2B5EF4-FFF2-40B4-BE49-F238E27FC236}">
                <a16:creationId xmlns:a16="http://schemas.microsoft.com/office/drawing/2014/main" id="{A13A5B65-C9BE-FAE6-24E2-C31F9465E9E6}"/>
              </a:ext>
            </a:extLst>
          </p:cNvPr>
          <p:cNvSpPr>
            <a:spLocks noGrp="1"/>
          </p:cNvSpPr>
          <p:nvPr>
            <p:ph type="body" sz="half" idx="2"/>
          </p:nvPr>
        </p:nvSpPr>
        <p:spPr>
          <a:xfrm>
            <a:off x="257666" y="1074656"/>
            <a:ext cx="11676669" cy="5494255"/>
          </a:xfrm>
        </p:spPr>
        <p:txBody>
          <a:bodyPr anchor="t">
            <a:normAutofit/>
          </a:bodyPr>
          <a:lstStyle/>
          <a:p>
            <a:r>
              <a:rPr lang="es-ES" sz="2800" b="1" dirty="0">
                <a:solidFill>
                  <a:srgbClr val="00B0F0"/>
                </a:solidFill>
              </a:rPr>
              <a:t>Esta pagina permite añadir o editar las Tarjetas de Aprender (nombre de usuario, tipo, pregunta, respuestas). Al pulsar Añadir/Editar con la sesión iniciada te lleva a Tarjetas de Aprender. </a:t>
            </a:r>
          </a:p>
        </p:txBody>
      </p:sp>
    </p:spTree>
    <p:extLst>
      <p:ext uri="{BB962C8B-B14F-4D97-AF65-F5344CB8AC3E}">
        <p14:creationId xmlns:p14="http://schemas.microsoft.com/office/powerpoint/2010/main" val="1254558260"/>
      </p:ext>
    </p:extLst>
  </p:cSld>
  <p:clrMapOvr>
    <a:masterClrMapping/>
  </p:clrMapOvr>
</p:sld>
</file>

<file path=ppt/theme/theme1.xml><?xml version="1.0" encoding="utf-8"?>
<a:theme xmlns:a="http://schemas.openxmlformats.org/drawingml/2006/main" name="Base">
  <a:themeElements>
    <a:clrScheme name="Base">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e">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e">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90E45F77-AEFC-46EF-A7C1-5B338C297B02}"/>
    </a:ext>
  </a:extLst>
</a:theme>
</file>

<file path=docProps/app.xml><?xml version="1.0" encoding="utf-8"?>
<Properties xmlns="http://schemas.openxmlformats.org/officeDocument/2006/extended-properties" xmlns:vt="http://schemas.openxmlformats.org/officeDocument/2006/docPropsVTypes">
  <Template>TM03457444[[fn=Base]]</Template>
  <TotalTime>62</TotalTime>
  <Words>866</Words>
  <Application>Microsoft Office PowerPoint</Application>
  <PresentationFormat>Panorámica</PresentationFormat>
  <Paragraphs>58</Paragraphs>
  <Slides>18</Slides>
  <Notes>0</Notes>
  <HiddenSlides>0</HiddenSlides>
  <MMClips>0</MMClips>
  <ScaleCrop>false</ScaleCrop>
  <HeadingPairs>
    <vt:vector size="6" baseType="variant">
      <vt:variant>
        <vt:lpstr>Fuentes usadas</vt:lpstr>
      </vt:variant>
      <vt:variant>
        <vt:i4>1</vt:i4>
      </vt:variant>
      <vt:variant>
        <vt:lpstr>Tema</vt:lpstr>
      </vt:variant>
      <vt:variant>
        <vt:i4>1</vt:i4>
      </vt:variant>
      <vt:variant>
        <vt:lpstr>Títulos de diapositiva</vt:lpstr>
      </vt:variant>
      <vt:variant>
        <vt:i4>18</vt:i4>
      </vt:variant>
    </vt:vector>
  </HeadingPairs>
  <TitlesOfParts>
    <vt:vector size="20" baseType="lpstr">
      <vt:lpstr>Corbel</vt:lpstr>
      <vt:lpstr>Base</vt:lpstr>
      <vt:lpstr>Tech &amp; Learn</vt:lpstr>
      <vt:lpstr>Índice</vt:lpstr>
      <vt:lpstr>Descripción</vt:lpstr>
      <vt:lpstr>Boceto</vt:lpstr>
      <vt:lpstr>Estudio de Tiendas Online</vt:lpstr>
      <vt:lpstr>Estudio de Tiendas Online</vt:lpstr>
      <vt:lpstr>Home (Inicio)</vt:lpstr>
      <vt:lpstr>Login (Iniciar Sesión)</vt:lpstr>
      <vt:lpstr>Crear Usuario</vt:lpstr>
      <vt:lpstr>Recordar Contraseña</vt:lpstr>
      <vt:lpstr>Productos</vt:lpstr>
      <vt:lpstr>Detalles Producto</vt:lpstr>
      <vt:lpstr>Cesta</vt:lpstr>
      <vt:lpstr>Tarjetas de Pago</vt:lpstr>
      <vt:lpstr>Editar Tarjetas de Pago</vt:lpstr>
      <vt:lpstr>Finalizar Compra</vt:lpstr>
      <vt:lpstr>Tarjetas de Aprender</vt:lpstr>
      <vt:lpstr>Editar Tarjetas de Aprender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David CM</dc:creator>
  <cp:lastModifiedBy>David CM</cp:lastModifiedBy>
  <cp:revision>25</cp:revision>
  <dcterms:created xsi:type="dcterms:W3CDTF">2025-12-12T09:20:53Z</dcterms:created>
  <dcterms:modified xsi:type="dcterms:W3CDTF">2025-12-19T09:13:34Z</dcterms:modified>
</cp:coreProperties>
</file>