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9" r:id="rId1"/>
  </p:sldMasterIdLst>
  <p:sldIdLst>
    <p:sldId id="256" r:id="rId2"/>
    <p:sldId id="257" r:id="rId3"/>
    <p:sldId id="258" r:id="rId4"/>
    <p:sldId id="268" r:id="rId5"/>
    <p:sldId id="267" r:id="rId6"/>
    <p:sldId id="269" r:id="rId7"/>
    <p:sldId id="260" r:id="rId8"/>
    <p:sldId id="266" r:id="rId9"/>
    <p:sldId id="270" r:id="rId10"/>
    <p:sldId id="259" r:id="rId11"/>
    <p:sldId id="261" r:id="rId12"/>
    <p:sldId id="271" r:id="rId13"/>
    <p:sldId id="262" r:id="rId14"/>
    <p:sldId id="263" r:id="rId15"/>
    <p:sldId id="272" r:id="rId16"/>
    <p:sldId id="264" r:id="rId17"/>
    <p:sldId id="265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32213886-AFFD-445E-9427-6DB448F87EF8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03127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0946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5465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82067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710370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9077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8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4929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084439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44517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94605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15539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32213886-AFFD-445E-9427-6DB448F87EF8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67870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9A225A-2886-DCBB-07B6-E64AA9B596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pPr>
              <a:lnSpc>
                <a:spcPct val="100000"/>
              </a:lnSpc>
            </a:pPr>
            <a:r>
              <a:rPr lang="es-ES" u="sng" dirty="0" err="1">
                <a:solidFill>
                  <a:srgbClr val="002060"/>
                </a:solidFill>
              </a:rPr>
              <a:t>Tech</a:t>
            </a:r>
            <a:r>
              <a:rPr lang="es-ES" u="sng" dirty="0">
                <a:solidFill>
                  <a:srgbClr val="002060"/>
                </a:solidFill>
              </a:rPr>
              <a:t> &amp; Learn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B3BC371-3810-BDD3-3371-610B9A093F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95269" y="3602037"/>
            <a:ext cx="9001462" cy="2926080"/>
          </a:xfrm>
        </p:spPr>
        <p:txBody>
          <a:bodyPr anchor="ctr">
            <a:normAutofit/>
          </a:bodyPr>
          <a:lstStyle/>
          <a:p>
            <a:r>
              <a:rPr lang="es-ES" sz="3200" b="1" u="sng" dirty="0">
                <a:solidFill>
                  <a:srgbClr val="002060"/>
                </a:solidFill>
              </a:rPr>
              <a:t>David Corredor Miguel</a:t>
            </a:r>
          </a:p>
          <a:p>
            <a:r>
              <a:rPr lang="es-ES" sz="3200" b="1" u="sng" dirty="0">
                <a:solidFill>
                  <a:srgbClr val="002060"/>
                </a:solidFill>
              </a:rPr>
              <a:t>Ivan Goded Carrete</a:t>
            </a:r>
          </a:p>
          <a:p>
            <a:r>
              <a:rPr lang="es-ES" sz="3200" b="1" u="sng" dirty="0">
                <a:solidFill>
                  <a:srgbClr val="002060"/>
                </a:solidFill>
              </a:rPr>
              <a:t>Iker Martínez Velasco</a:t>
            </a:r>
          </a:p>
          <a:p>
            <a:r>
              <a:rPr lang="es-ES" sz="3200" b="1" u="sng" dirty="0">
                <a:solidFill>
                  <a:srgbClr val="002060"/>
                </a:solidFill>
              </a:rPr>
              <a:t>Noelia </a:t>
            </a:r>
            <a:r>
              <a:rPr lang="es-ES" sz="3200" b="1" u="sng" dirty="0" err="1">
                <a:solidFill>
                  <a:srgbClr val="002060"/>
                </a:solidFill>
              </a:rPr>
              <a:t>Alafarga</a:t>
            </a:r>
            <a:r>
              <a:rPr lang="es-ES" sz="3200" b="1" u="sng" dirty="0">
                <a:solidFill>
                  <a:srgbClr val="002060"/>
                </a:solidFill>
              </a:rPr>
              <a:t> </a:t>
            </a:r>
            <a:r>
              <a:rPr lang="es-ES" sz="3200" b="1" u="sng" dirty="0" err="1">
                <a:solidFill>
                  <a:srgbClr val="002060"/>
                </a:solidFill>
              </a:rPr>
              <a:t>Payá</a:t>
            </a:r>
            <a:endParaRPr lang="es-ES" sz="3200" b="1" u="sng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6091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5E53E8-D5C8-03F3-6D3B-58DC5170D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43433"/>
            <a:ext cx="4713400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Índice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31D1127-D4BD-DB02-5973-ABDA1CAE23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289089"/>
            <a:ext cx="11676669" cy="6460503"/>
          </a:xfrm>
        </p:spPr>
        <p:txBody>
          <a:bodyPr anchor="t">
            <a:noAutofit/>
          </a:bodyPr>
          <a:lstStyle/>
          <a:p>
            <a:pPr marL="342900" indent="-342900" algn="ctr">
              <a:buFont typeface="+mj-lt"/>
              <a:buAutoNum type="arabicPeriod"/>
            </a:pPr>
            <a:r>
              <a:rPr lang="es-ES" sz="2000" b="1" dirty="0">
                <a:solidFill>
                  <a:srgbClr val="00B0F0"/>
                </a:solidFill>
              </a:rPr>
              <a:t>Descripción y Boceto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2000" b="1" dirty="0">
                <a:solidFill>
                  <a:srgbClr val="00B0F0"/>
                </a:solidFill>
              </a:rPr>
              <a:t>Estudio de tiendas online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2000" b="1" dirty="0">
                <a:solidFill>
                  <a:srgbClr val="00B0F0"/>
                </a:solidFill>
              </a:rPr>
              <a:t>Home (Inicio)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2000" b="1" dirty="0">
                <a:solidFill>
                  <a:srgbClr val="00B0F0"/>
                </a:solidFill>
              </a:rPr>
              <a:t>Login (Iniciar Sesión)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2000" b="1" dirty="0">
                <a:solidFill>
                  <a:srgbClr val="00B0F0"/>
                </a:solidFill>
              </a:rPr>
              <a:t>Crear Usuario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2000" b="1" dirty="0">
                <a:solidFill>
                  <a:srgbClr val="00B0F0"/>
                </a:solidFill>
              </a:rPr>
              <a:t>Recordar Contraseña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2000" b="1" dirty="0">
                <a:solidFill>
                  <a:srgbClr val="00B0F0"/>
                </a:solidFill>
              </a:rPr>
              <a:t>Productos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2000" b="1" dirty="0">
                <a:solidFill>
                  <a:srgbClr val="00B0F0"/>
                </a:solidFill>
              </a:rPr>
              <a:t>Detalles Producto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2000" b="1" dirty="0">
                <a:solidFill>
                  <a:srgbClr val="00B0F0"/>
                </a:solidFill>
              </a:rPr>
              <a:t>Cesta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2000" b="1" dirty="0">
                <a:solidFill>
                  <a:srgbClr val="00B0F0"/>
                </a:solidFill>
              </a:rPr>
              <a:t>Tarjetas de Pago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2000" b="1" dirty="0">
                <a:solidFill>
                  <a:srgbClr val="00B0F0"/>
                </a:solidFill>
              </a:rPr>
              <a:t>Editar Tarjetas de Pago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2000" b="1" dirty="0">
                <a:solidFill>
                  <a:srgbClr val="00B0F0"/>
                </a:solidFill>
              </a:rPr>
              <a:t>Finalizar Compra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2000" b="1" dirty="0">
                <a:solidFill>
                  <a:srgbClr val="00B0F0"/>
                </a:solidFill>
              </a:rPr>
              <a:t>Tarjetas de Aprender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2000" b="1" dirty="0">
                <a:solidFill>
                  <a:srgbClr val="00B0F0"/>
                </a:solidFill>
              </a:rPr>
              <a:t>Editar Tarjetas de Aprender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671965C-8488-3534-EC08-67D86A0374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6495" y="1643406"/>
            <a:ext cx="4925505" cy="4925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6923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6F53E-7EE1-75AF-0EEC-E57C39F24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5B26A3-E016-4EBE-FE6D-3E5ED5CF6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Descripción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3DF992E-6B98-8920-CBA3-A5E003B04A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8188750" cy="5494255"/>
          </a:xfrm>
        </p:spPr>
        <p:txBody>
          <a:bodyPr anchor="t">
            <a:normAutofit/>
          </a:bodyPr>
          <a:lstStyle/>
          <a:p>
            <a:r>
              <a:rPr lang="es-ES" sz="2800" b="1" dirty="0">
                <a:solidFill>
                  <a:srgbClr val="00B0F0"/>
                </a:solidFill>
              </a:rPr>
              <a:t>Nuestra app de React es una tienda que reúne todo tipo de tecnologías, desde electrodomésticos, informática, sonido, hogar, etc.</a:t>
            </a:r>
          </a:p>
          <a:p>
            <a:r>
              <a:rPr lang="es-ES" sz="2800" b="1" dirty="0">
                <a:solidFill>
                  <a:srgbClr val="00B0F0"/>
                </a:solidFill>
              </a:rPr>
              <a:t>Además, te permite aprender sobre tecnologías con tarjetas de aprendizaje que puede crear el usuario. </a:t>
            </a:r>
          </a:p>
          <a:p>
            <a:r>
              <a:rPr lang="es-ES" sz="2800" b="1" dirty="0">
                <a:solidFill>
                  <a:srgbClr val="00B0F0"/>
                </a:solidFill>
              </a:rPr>
              <a:t>Puede buscar productos y filtrar por categoría. Añadir comentarios y valoraciones de productos.</a:t>
            </a:r>
          </a:p>
          <a:p>
            <a:r>
              <a:rPr lang="es-ES" sz="2800" b="1" dirty="0">
                <a:solidFill>
                  <a:srgbClr val="00B0F0"/>
                </a:solidFill>
              </a:rPr>
              <a:t>Tanto para comprar, comentar, valorar y crear tarjetas de aprendizaje el usuario debe estar registrado. 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873A213-2B33-6B7C-D026-DAC99A211D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6495" y="1643406"/>
            <a:ext cx="4925505" cy="4925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452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DC76E-545E-0E6D-21BC-23C8D9885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25508B-9D86-0211-2B62-2DF698A1A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87191"/>
            <a:ext cx="2960015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Boceto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BAF2323-5F74-A3E2-5A35-6E27F1D102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endParaRPr lang="es-ES" sz="2800" b="1" dirty="0">
              <a:solidFill>
                <a:srgbClr val="00B0F0"/>
              </a:solidFill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3DC060B-5E29-4192-7510-B72DF9347A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7284" y="289089"/>
            <a:ext cx="9207325" cy="6279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046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17915-103B-F114-C7DA-488693966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FFF4B5-6210-0F6B-D788-32B41A52C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Estudio de Tiendas Online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4D740A6-473B-7BD3-BF92-8AB5643302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pPr algn="ctr"/>
            <a:r>
              <a:rPr lang="es-ES" sz="2800" b="1" u="sng" dirty="0" err="1">
                <a:solidFill>
                  <a:srgbClr val="00B0F0"/>
                </a:solidFill>
              </a:rPr>
              <a:t>Mediamarkt</a:t>
            </a:r>
            <a:endParaRPr lang="es-ES" sz="2800" b="1" u="sng" dirty="0">
              <a:solidFill>
                <a:srgbClr val="00B0F0"/>
              </a:solidFill>
            </a:endParaRPr>
          </a:p>
          <a:p>
            <a:pPr algn="l"/>
            <a:r>
              <a:rPr lang="es-ES" sz="2800" b="1" dirty="0">
                <a:solidFill>
                  <a:srgbClr val="00B0F0"/>
                </a:solidFill>
              </a:rPr>
              <a:t>Hemos analizado las interfaces principales de la tienda online </a:t>
            </a:r>
            <a:r>
              <a:rPr lang="es-ES" sz="2800" b="1" dirty="0" err="1">
                <a:solidFill>
                  <a:srgbClr val="00B0F0"/>
                </a:solidFill>
              </a:rPr>
              <a:t>MediaMarkt</a:t>
            </a:r>
            <a:r>
              <a:rPr lang="es-ES" sz="2800" b="1" dirty="0">
                <a:solidFill>
                  <a:srgbClr val="00B0F0"/>
                </a:solidFill>
              </a:rPr>
              <a:t> como referencia para el diseño de una tienda de electrodomésticos propia. Es uno de los e-</a:t>
            </a:r>
            <a:r>
              <a:rPr lang="es-ES" sz="2800" b="1" dirty="0" err="1">
                <a:solidFill>
                  <a:srgbClr val="00B0F0"/>
                </a:solidFill>
              </a:rPr>
              <a:t>commerce</a:t>
            </a:r>
            <a:r>
              <a:rPr lang="es-ES" sz="2800" b="1" dirty="0">
                <a:solidFill>
                  <a:srgbClr val="00B0F0"/>
                </a:solidFill>
              </a:rPr>
              <a:t> lideres en venta de tecnología y electrodomésticos en España, por lo que su estructura, experiencia de usuario y elementos visuales resultan una guía útil para identificar buenas practicas y oportunidades de mejora.</a:t>
            </a:r>
          </a:p>
          <a:p>
            <a:pPr algn="l"/>
            <a:r>
              <a:rPr lang="es-ES" sz="2800" b="1" dirty="0">
                <a:solidFill>
                  <a:srgbClr val="00B0F0"/>
                </a:solidFill>
              </a:rPr>
              <a:t>El análisis se centra en las siguientes pantallas clave del recorrido de compra: - Home o pagina principal - Pagina de categoría - Resultados de búsqueda - Ficha de producto - Carrito y proceso de compra - Area de usuario y postventa</a:t>
            </a:r>
          </a:p>
          <a:p>
            <a:r>
              <a:rPr lang="es-ES" sz="2800" b="1" dirty="0">
                <a:solidFill>
                  <a:srgbClr val="00B0F0"/>
                </a:solidFill>
              </a:rPr>
              <a:t>Mas info en: Estudio Mediamarkt.docx</a:t>
            </a:r>
          </a:p>
        </p:txBody>
      </p:sp>
    </p:spTree>
    <p:extLst>
      <p:ext uri="{BB962C8B-B14F-4D97-AF65-F5344CB8AC3E}">
        <p14:creationId xmlns:p14="http://schemas.microsoft.com/office/powerpoint/2010/main" val="19333944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A5ACD-B567-F69B-F39E-6C862B475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A2A386-798D-A4AA-7084-E6968799C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Estudio de Tiendas Online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5E68FD5-0D93-B3E3-7E8A-5D54643315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pPr algn="ctr"/>
            <a:r>
              <a:rPr lang="es-ES" sz="2800" b="1" u="sng" dirty="0">
                <a:solidFill>
                  <a:srgbClr val="00B0F0"/>
                </a:solidFill>
              </a:rPr>
              <a:t>Amazon</a:t>
            </a:r>
          </a:p>
          <a:p>
            <a:pPr algn="l"/>
            <a:r>
              <a:rPr lang="es-ES" sz="2800" b="1" dirty="0">
                <a:solidFill>
                  <a:srgbClr val="00B0F0"/>
                </a:solidFill>
              </a:rPr>
              <a:t>Hemos analizado las interfaces principales de la tienda online Amazon como referencia para el diseño de una tienda de electrodomésticos propia. Es uno de los e-</a:t>
            </a:r>
            <a:r>
              <a:rPr lang="es-ES" sz="2800" b="1" dirty="0" err="1">
                <a:solidFill>
                  <a:srgbClr val="00B0F0"/>
                </a:solidFill>
              </a:rPr>
              <a:t>commerce</a:t>
            </a:r>
            <a:r>
              <a:rPr lang="es-ES" sz="2800" b="1" dirty="0">
                <a:solidFill>
                  <a:srgbClr val="00B0F0"/>
                </a:solidFill>
              </a:rPr>
              <a:t> lideres en venta online, por lo que su estructura, experiencia de usuario y elementos visuales resultan una guía útil para identificar buenas practicas y oportunidades de mejora.</a:t>
            </a:r>
          </a:p>
          <a:p>
            <a:pPr algn="l"/>
            <a:r>
              <a:rPr lang="es-ES" sz="2800" b="1" dirty="0">
                <a:solidFill>
                  <a:srgbClr val="00B0F0"/>
                </a:solidFill>
              </a:rPr>
              <a:t>El análisis se centra en las siguientes pantallas clave del recorrido de compra: - Home o pagina principal - Pagina de categoría - Resultados de búsqueda - Ficha de producto - Carrito y proceso de compra - Area de usuario y postventa</a:t>
            </a:r>
          </a:p>
          <a:p>
            <a:r>
              <a:rPr lang="es-ES" sz="2800" b="1" dirty="0">
                <a:solidFill>
                  <a:srgbClr val="00B0F0"/>
                </a:solidFill>
              </a:rPr>
              <a:t>Mas info en: Estudio Amazon.docx</a:t>
            </a:r>
          </a:p>
        </p:txBody>
      </p:sp>
    </p:spTree>
    <p:extLst>
      <p:ext uri="{BB962C8B-B14F-4D97-AF65-F5344CB8AC3E}">
        <p14:creationId xmlns:p14="http://schemas.microsoft.com/office/powerpoint/2010/main" val="34476605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43680-B653-E750-2748-A981D9626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2EC691-9DBF-9614-3318-0742C8D66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Home (Inicio)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018C736-3C65-68D6-745E-06829A4151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r>
              <a:rPr lang="es-ES" sz="2800" b="1" dirty="0">
                <a:solidFill>
                  <a:srgbClr val="00B0F0"/>
                </a:solidFill>
              </a:rPr>
              <a:t>Esta pagina es la de Inicio aparece si ha iniciado sesión el Nombre de Usuario. Al pulsar Cerrar Sesión cierra la sesión y vuelve a aparecer el botón Login. Al pulsar Login te lleva a la pagina de Login (Iniciar Sesión).</a:t>
            </a:r>
          </a:p>
          <a:p>
            <a:r>
              <a:rPr lang="es-ES" sz="2800" b="1" dirty="0">
                <a:solidFill>
                  <a:srgbClr val="00B0F0"/>
                </a:solidFill>
              </a:rPr>
              <a:t>Además, aparece en el menu superior el logo (te lleva a esta misma página), una barra de búsqueda para buscar en producto en la tienda y las diferentes páginas. En el centro una lista con los productos destacados. Y en el menu inferior el logo (te lleva a esta misma página), las diferentes páginas y el copyright.</a:t>
            </a:r>
          </a:p>
        </p:txBody>
      </p:sp>
    </p:spTree>
    <p:extLst>
      <p:ext uri="{BB962C8B-B14F-4D97-AF65-F5344CB8AC3E}">
        <p14:creationId xmlns:p14="http://schemas.microsoft.com/office/powerpoint/2010/main" val="16764735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97A8B-CC85-2590-71C9-89423ADB4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EE2F4-9471-3268-F6DF-C77D4E268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Login (Iniciar Sesión)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8411CAF-AA8E-D2FF-D8EF-9406DEEF37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r>
              <a:rPr lang="es-ES" sz="2800" b="1" dirty="0">
                <a:solidFill>
                  <a:srgbClr val="00B0F0"/>
                </a:solidFill>
              </a:rPr>
              <a:t>Esta pagina es para Iniciar Sesión poniendo el Email y Contraseña. Al pulsar Iniciar Sesión te lleva a Home (Inicio) con la sesión iniciada.</a:t>
            </a:r>
          </a:p>
        </p:txBody>
      </p:sp>
    </p:spTree>
    <p:extLst>
      <p:ext uri="{BB962C8B-B14F-4D97-AF65-F5344CB8AC3E}">
        <p14:creationId xmlns:p14="http://schemas.microsoft.com/office/powerpoint/2010/main" val="13534008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0C5B9-F702-32E6-E203-5789E7D71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62E0ED-3679-091B-AA9D-931D76468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Crear Usuario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D998F6C-F44B-1D08-73C6-08C7A731E3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r>
              <a:rPr lang="es-ES" sz="2800" b="1" dirty="0">
                <a:solidFill>
                  <a:srgbClr val="00B0F0"/>
                </a:solidFill>
              </a:rPr>
              <a:t>Esta pagina es para Crear Usuario poniendo el Nombre de Usuario, Email y Contraseña. Al pulsar Registrarse crea el usuario.</a:t>
            </a:r>
          </a:p>
        </p:txBody>
      </p:sp>
    </p:spTree>
    <p:extLst>
      <p:ext uri="{BB962C8B-B14F-4D97-AF65-F5344CB8AC3E}">
        <p14:creationId xmlns:p14="http://schemas.microsoft.com/office/powerpoint/2010/main" val="9612581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9C401-D4B8-6335-4299-51358D01B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CF1B91-4590-DAD9-6234-08742835C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Recordar Contraseña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28CD9F5-1223-187B-640D-584DF592E1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r>
              <a:rPr lang="es-ES" sz="2800" b="1" dirty="0">
                <a:solidFill>
                  <a:srgbClr val="00B0F0"/>
                </a:solidFill>
              </a:rPr>
              <a:t>Esta pagina es para Recordar Contraseña poniendo el Email y la Contraseña dos veces. Al pulsar Cambiar Contraseña la cambia e inicia sesión.</a:t>
            </a:r>
          </a:p>
          <a:p>
            <a:pPr algn="l"/>
            <a:endParaRPr lang="es-ES" sz="28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68249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4807C-99FC-F8E9-35A7-FF96B280E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EC6AD6-694C-BEFB-E8DE-FF33A6EFB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Productos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FEE8E04-F9F5-0CD4-3CBB-E1F050D9D1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pPr algn="l"/>
            <a:r>
              <a:rPr lang="es-ES" sz="2800" b="1" dirty="0">
                <a:solidFill>
                  <a:srgbClr val="00B0F0"/>
                </a:solidFill>
              </a:rPr>
              <a:t>Esta pagina tiene todos los productos con nombre, precio e imagen. Al pulsar Añadir con la sesión iniciada se te añade a Cesta.</a:t>
            </a:r>
          </a:p>
        </p:txBody>
      </p:sp>
    </p:spTree>
    <p:extLst>
      <p:ext uri="{BB962C8B-B14F-4D97-AF65-F5344CB8AC3E}">
        <p14:creationId xmlns:p14="http://schemas.microsoft.com/office/powerpoint/2010/main" val="1380892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A105A-C873-DEDC-EB60-CBCC88385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A4596C-F139-FECA-BCD7-72882CA4C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Detalles Producto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3E575B8-4E1B-A9FA-7D49-265E207E35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pPr algn="l"/>
            <a:r>
              <a:rPr lang="es-ES" sz="2800" b="1" dirty="0">
                <a:solidFill>
                  <a:srgbClr val="00B0F0"/>
                </a:solidFill>
              </a:rPr>
              <a:t>Esta pagina tiene los detalles del producto (nombre, descripcion corta y larga, precio, imagen, características, galería de imágenes, comentarios y valoraciones). Al pulsar Añadir con la sesión iniciada se te añade a Cesta.</a:t>
            </a:r>
          </a:p>
        </p:txBody>
      </p:sp>
    </p:spTree>
    <p:extLst>
      <p:ext uri="{BB962C8B-B14F-4D97-AF65-F5344CB8AC3E}">
        <p14:creationId xmlns:p14="http://schemas.microsoft.com/office/powerpoint/2010/main" val="9602008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9874A-19C9-8D09-CF26-05F8169BF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79921F-0C04-1CD1-6B65-4471E3655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Cesta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D717E3C-37B7-FB89-2E47-509730C09D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pPr algn="l"/>
            <a:r>
              <a:rPr lang="es-ES" sz="2800" b="1" dirty="0">
                <a:solidFill>
                  <a:srgbClr val="00B0F0"/>
                </a:solidFill>
              </a:rPr>
              <a:t>Esta pagina tiene los productos añadidos (nombre, precio, imagen, cantidad, total y subtotal). Al pulsar Continuar con la sesión iniciada te lleva a Tarjetas de Pago.</a:t>
            </a:r>
          </a:p>
          <a:p>
            <a:pPr algn="l"/>
            <a:endParaRPr lang="es-ES" sz="28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21802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6B23D-9BD4-51FA-B348-AF0D834EB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A6F264-69B9-887A-C8F2-649D80226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Tarjetas de Pago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58DDE8E-AC4E-D474-8D13-9197032F3E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r>
              <a:rPr lang="es-ES" sz="2800" b="1" dirty="0">
                <a:solidFill>
                  <a:srgbClr val="00B0F0"/>
                </a:solidFill>
              </a:rPr>
              <a:t>Esta pagina tiene las Tarjetas de Pago añadidas (nombre de usuario, fecha de caducidad, CCV). Al pulsar Añadir/Editar con la sesión iniciada te lleva a Editar Tarjetas de Pago. Al pulsar Continuar con la sesión iniciada te lleva a Finalizar Compra.</a:t>
            </a:r>
          </a:p>
          <a:p>
            <a:pPr algn="l"/>
            <a:endParaRPr lang="es-ES" sz="28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75484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69C1E-9FC5-4CEE-C330-9DF66D59D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A4FC4E-F5FF-21CD-51CD-024F532D9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Editar Tarjetas de Pago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83C93DD-BA38-EB02-FD5E-C854D7ABCB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r>
              <a:rPr lang="es-ES" sz="2800" b="1" dirty="0">
                <a:solidFill>
                  <a:srgbClr val="00B0F0"/>
                </a:solidFill>
              </a:rPr>
              <a:t>Esta pagina permite añadir o editar las Tarjetas de Pago (nombre de usuario, fecha de caducidad, CCV). Al pulsar Añadir/Editar con la sesión iniciada te lleva a Tarjetas de Pago. </a:t>
            </a:r>
          </a:p>
        </p:txBody>
      </p:sp>
    </p:spTree>
    <p:extLst>
      <p:ext uri="{BB962C8B-B14F-4D97-AF65-F5344CB8AC3E}">
        <p14:creationId xmlns:p14="http://schemas.microsoft.com/office/powerpoint/2010/main" val="31471108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CDBF9-B222-7608-9292-3C46CA2B2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D23D9B-9364-7526-C35F-FDBDA934A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Finalizar Compra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2C217F6-80B3-1B06-3392-0B053A2180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pPr algn="l"/>
            <a:r>
              <a:rPr lang="es-ES" sz="2800" b="1" dirty="0">
                <a:solidFill>
                  <a:srgbClr val="00B0F0"/>
                </a:solidFill>
              </a:rPr>
              <a:t>Esta pagina tiene los productos de la Cesta (nombre, precio, imagen, cantidad, total, subtotal y numero tarjeta de pago). Al pulsar Finalizar con la sesión iniciada te crea la factura.</a:t>
            </a:r>
          </a:p>
          <a:p>
            <a:pPr algn="l"/>
            <a:endParaRPr lang="es-ES" sz="28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65676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46807-5785-4AD4-A4E4-E15E3FB2A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B60949-BBC2-8A3F-0958-0E04512AE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Tarjetas de Aprender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933D799-3FAE-17BD-F3A3-833ED59486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r>
              <a:rPr lang="es-ES" sz="2800" b="1" dirty="0">
                <a:solidFill>
                  <a:srgbClr val="00B0F0"/>
                </a:solidFill>
              </a:rPr>
              <a:t>Esta pagina tiene las Tarjetas de Aprender añadidas (nombre de usuario, tipo, pregunta, respuestas). Al pulsar Añadir/Editar con la sesión iniciada te lleva a Editar Tarjetas de Aprender. </a:t>
            </a:r>
          </a:p>
        </p:txBody>
      </p:sp>
    </p:spTree>
    <p:extLst>
      <p:ext uri="{BB962C8B-B14F-4D97-AF65-F5344CB8AC3E}">
        <p14:creationId xmlns:p14="http://schemas.microsoft.com/office/powerpoint/2010/main" val="5645797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DD58-2BC6-259F-692C-E21B39177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CADAAE-1631-1F63-B0F6-7C6D874F2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Editar Tarjetas de Aprender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13A5B65-C9BE-FAE6-24E2-C31F9465E9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r>
              <a:rPr lang="es-ES" sz="2800" b="1" dirty="0">
                <a:solidFill>
                  <a:srgbClr val="00B0F0"/>
                </a:solidFill>
              </a:rPr>
              <a:t>Esta pagina permite añadir o editar las Tarjetas de Aprender (nombre de usuario, tipo, pregunta, respuestas). Al pulsar Añadir/Editar con la sesión iniciada te lleva a Tarjetas de Aprender. </a:t>
            </a:r>
          </a:p>
        </p:txBody>
      </p:sp>
    </p:spTree>
    <p:extLst>
      <p:ext uri="{BB962C8B-B14F-4D97-AF65-F5344CB8AC3E}">
        <p14:creationId xmlns:p14="http://schemas.microsoft.com/office/powerpoint/2010/main" val="1254558260"/>
      </p:ext>
    </p:extLst>
  </p:cSld>
  <p:clrMapOvr>
    <a:masterClrMapping/>
  </p:clrMapOvr>
</p:sld>
</file>

<file path=ppt/theme/theme1.xml><?xml version="1.0" encoding="utf-8"?>
<a:theme xmlns:a="http://schemas.openxmlformats.org/drawingml/2006/main" name="Base">
  <a:themeElements>
    <a:clrScheme name="Base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e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e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TM03457444[[fn=Base]]</Template>
  <TotalTime>65</TotalTime>
  <Words>881</Words>
  <Application>Microsoft Office PowerPoint</Application>
  <PresentationFormat>Panorámica</PresentationFormat>
  <Paragraphs>61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0" baseType="lpstr">
      <vt:lpstr>Corbel</vt:lpstr>
      <vt:lpstr>Base</vt:lpstr>
      <vt:lpstr>Tech &amp; Learn</vt:lpstr>
      <vt:lpstr>Índice</vt:lpstr>
      <vt:lpstr>Descripción</vt:lpstr>
      <vt:lpstr>Boceto</vt:lpstr>
      <vt:lpstr>Estudio de Tiendas Online</vt:lpstr>
      <vt:lpstr>Estudio de Tiendas Online</vt:lpstr>
      <vt:lpstr>Home (Inicio)</vt:lpstr>
      <vt:lpstr>Login (Iniciar Sesión)</vt:lpstr>
      <vt:lpstr>Crear Usuario</vt:lpstr>
      <vt:lpstr>Recordar Contraseña</vt:lpstr>
      <vt:lpstr>Productos</vt:lpstr>
      <vt:lpstr>Detalles Producto</vt:lpstr>
      <vt:lpstr>Cesta</vt:lpstr>
      <vt:lpstr>Tarjetas de Pago</vt:lpstr>
      <vt:lpstr>Editar Tarjetas de Pago</vt:lpstr>
      <vt:lpstr>Finalizar Compra</vt:lpstr>
      <vt:lpstr>Tarjetas de Aprender</vt:lpstr>
      <vt:lpstr>Editar Tarjetas de Aprender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CM</dc:creator>
  <cp:lastModifiedBy>David CM</cp:lastModifiedBy>
  <cp:revision>32</cp:revision>
  <dcterms:created xsi:type="dcterms:W3CDTF">2025-12-12T09:20:53Z</dcterms:created>
  <dcterms:modified xsi:type="dcterms:W3CDTF">2025-12-19T09:45:15Z</dcterms:modified>
</cp:coreProperties>
</file>