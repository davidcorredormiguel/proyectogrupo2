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312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946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5465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8206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71037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077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8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4929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08443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44517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94605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5539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32213886-AFFD-445E-9427-6DB448F87EF8}" type="datetimeFigureOut">
              <a:rPr lang="es-ES" smtClean="0"/>
              <a:t>12/12/2025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20EE3410-B6C2-4016-B43C-D5D8C09BAE0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6787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9A225A-2886-DCBB-07B6-E64AA9B596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>
              <a:lnSpc>
                <a:spcPct val="100000"/>
              </a:lnSpc>
            </a:pPr>
            <a:r>
              <a:rPr lang="es-ES" u="sng" dirty="0" err="1">
                <a:solidFill>
                  <a:srgbClr val="002060"/>
                </a:solidFill>
              </a:rPr>
              <a:t>Tech</a:t>
            </a:r>
            <a:r>
              <a:rPr lang="es-ES" u="sng" dirty="0">
                <a:solidFill>
                  <a:srgbClr val="002060"/>
                </a:solidFill>
              </a:rPr>
              <a:t> &amp; Learn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B3BC371-3810-BDD3-3371-610B9A093F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95269" y="3602037"/>
            <a:ext cx="9001462" cy="2926080"/>
          </a:xfrm>
        </p:spPr>
        <p:txBody>
          <a:bodyPr anchor="ctr">
            <a:normAutofit/>
          </a:bodyPr>
          <a:lstStyle/>
          <a:p>
            <a:r>
              <a:rPr lang="es-ES" sz="3200" b="1" u="sng" dirty="0">
                <a:solidFill>
                  <a:srgbClr val="002060"/>
                </a:solidFill>
              </a:rPr>
              <a:t>David Corredor Miguel</a:t>
            </a:r>
          </a:p>
          <a:p>
            <a:r>
              <a:rPr lang="es-ES" sz="3200" b="1" u="sng" dirty="0">
                <a:solidFill>
                  <a:srgbClr val="002060"/>
                </a:solidFill>
              </a:rPr>
              <a:t>Ivan Goded Carrete</a:t>
            </a:r>
          </a:p>
          <a:p>
            <a:r>
              <a:rPr lang="es-ES" sz="3200" b="1" u="sng" dirty="0">
                <a:solidFill>
                  <a:srgbClr val="002060"/>
                </a:solidFill>
              </a:rPr>
              <a:t>Iker Martínez Velasco</a:t>
            </a:r>
          </a:p>
          <a:p>
            <a:r>
              <a:rPr lang="es-ES" sz="3200" b="1" u="sng" dirty="0">
                <a:solidFill>
                  <a:srgbClr val="002060"/>
                </a:solidFill>
              </a:rPr>
              <a:t>Noelia</a:t>
            </a:r>
          </a:p>
        </p:txBody>
      </p:sp>
    </p:spTree>
    <p:extLst>
      <p:ext uri="{BB962C8B-B14F-4D97-AF65-F5344CB8AC3E}">
        <p14:creationId xmlns:p14="http://schemas.microsoft.com/office/powerpoint/2010/main" val="3826091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5E53E8-D5C8-03F3-6D3B-58DC5170D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Índice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31D1127-D4BD-DB02-5973-ABDA1CAE2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marL="342900" indent="-342900" algn="ctr">
              <a:buFont typeface="+mj-lt"/>
              <a:buAutoNum type="arabicPeriod"/>
            </a:pPr>
            <a:r>
              <a:rPr lang="es-ES" sz="3200" b="1" dirty="0">
                <a:solidFill>
                  <a:srgbClr val="00B0F0"/>
                </a:solidFill>
              </a:rPr>
              <a:t>Login (Iniciar Sesión)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3200" b="1" dirty="0">
                <a:solidFill>
                  <a:srgbClr val="00B0F0"/>
                </a:solidFill>
              </a:rPr>
              <a:t>Crear Usuario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3200" b="1" dirty="0">
                <a:solidFill>
                  <a:srgbClr val="00B0F0"/>
                </a:solidFill>
              </a:rPr>
              <a:t>Recordar Contraseña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3200" b="1" dirty="0">
                <a:solidFill>
                  <a:srgbClr val="00B0F0"/>
                </a:solidFill>
              </a:rPr>
              <a:t>Home (Inicio)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3200" b="1" dirty="0">
                <a:solidFill>
                  <a:srgbClr val="00B0F0"/>
                </a:solidFill>
              </a:rPr>
              <a:t>Detalles Producto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3200" b="1" dirty="0">
                <a:solidFill>
                  <a:srgbClr val="00B0F0"/>
                </a:solidFill>
              </a:rPr>
              <a:t>Cesta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3200" b="1" dirty="0">
                <a:solidFill>
                  <a:srgbClr val="00B0F0"/>
                </a:solidFill>
              </a:rPr>
              <a:t>Tarjetas de Pago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3200" b="1" dirty="0">
                <a:solidFill>
                  <a:srgbClr val="00B0F0"/>
                </a:solidFill>
              </a:rPr>
              <a:t>Finalizar Compra</a:t>
            </a:r>
          </a:p>
          <a:p>
            <a:pPr marL="342900" indent="-342900" algn="ctr">
              <a:buFont typeface="+mj-lt"/>
              <a:buAutoNum type="arabicPeriod"/>
            </a:pPr>
            <a:r>
              <a:rPr lang="es-ES" sz="3200" b="1" dirty="0">
                <a:solidFill>
                  <a:srgbClr val="00B0F0"/>
                </a:solidFill>
              </a:rPr>
              <a:t>Tarjetas de Aprender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671965C-8488-3534-EC08-67D86A0374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6495" y="1643406"/>
            <a:ext cx="4925505" cy="4925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692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F53E-7EE1-75AF-0EEC-E57C39F24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5B26A3-E016-4EBE-FE6D-3E5ED5CF6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Crear Usuario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3DF992E-6B98-8920-CBA3-A5E003B04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8452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9C401-D4B8-6335-4299-51358D01B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CF1B91-4590-DAD9-6234-08742835C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Recordar Contraseña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28CD9F5-1223-187B-640D-584DF592E1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6824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43680-B653-E750-2748-A981D9626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2EC691-9DBF-9614-3318-0742C8D66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Home (Inicio)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018C736-3C65-68D6-745E-06829A415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6473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4807C-99FC-F8E9-35A7-FF96B280E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EC6AD6-694C-BEFB-E8DE-FF33A6EFB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Detalles Producto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EE8E04-F9F5-0CD4-3CBB-E1F050D9D1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892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9874A-19C9-8D09-CF26-05F8169BF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9921F-0C04-1CD1-6B65-4471E3655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Cesta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D717E3C-37B7-FB89-2E47-509730C09D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2180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B23D-9BD4-51FA-B348-AF0D834EB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A6F264-69B9-887A-C8F2-649D80226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Tarjetas de Pago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8DDE8E-AC4E-D474-8D13-9197032F3E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7548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CDBF9-B222-7608-9292-3C46CA2B2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D23D9B-9364-7526-C35F-FDBDA934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Finalizar Compra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2C217F6-80B3-1B06-3392-0B053A218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65676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6807-5785-4AD4-A4E4-E15E3FB2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B60949-BBC2-8A3F-0958-0E04512AE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391" y="289089"/>
            <a:ext cx="11726943" cy="785567"/>
          </a:xfrm>
        </p:spPr>
        <p:txBody>
          <a:bodyPr>
            <a:normAutofit/>
          </a:bodyPr>
          <a:lstStyle/>
          <a:p>
            <a:pPr algn="ctr"/>
            <a:r>
              <a:rPr lang="es-ES" sz="4000" b="1" u="sng" dirty="0">
                <a:solidFill>
                  <a:srgbClr val="00B0F0"/>
                </a:solidFill>
              </a:rPr>
              <a:t>Tarjetas de Aprender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933D799-3FAE-17BD-F3A3-833ED59486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7666" y="1074656"/>
            <a:ext cx="11676669" cy="5494255"/>
          </a:xfrm>
        </p:spPr>
        <p:txBody>
          <a:bodyPr anchor="t">
            <a:normAutofit/>
          </a:bodyPr>
          <a:lstStyle/>
          <a:p>
            <a:pPr algn="l"/>
            <a:endParaRPr lang="es-ES" sz="28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4579791"/>
      </p:ext>
    </p:extLst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Base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e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e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TM03457444[[fn=Base]]</Template>
  <TotalTime>16</TotalTime>
  <Words>57</Words>
  <Application>Microsoft Office PowerPoint</Application>
  <PresentationFormat>Panorámica</PresentationFormat>
  <Paragraphs>23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2" baseType="lpstr">
      <vt:lpstr>Corbel</vt:lpstr>
      <vt:lpstr>Base</vt:lpstr>
      <vt:lpstr>Tech &amp; Learn</vt:lpstr>
      <vt:lpstr>Índice</vt:lpstr>
      <vt:lpstr>Crear Usuario</vt:lpstr>
      <vt:lpstr>Recordar Contraseña</vt:lpstr>
      <vt:lpstr>Home (Inicio)</vt:lpstr>
      <vt:lpstr>Detalles Producto</vt:lpstr>
      <vt:lpstr>Cesta</vt:lpstr>
      <vt:lpstr>Tarjetas de Pago</vt:lpstr>
      <vt:lpstr>Finalizar Compra</vt:lpstr>
      <vt:lpstr>Tarjetas de Aprender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CM</dc:creator>
  <cp:lastModifiedBy>David CM</cp:lastModifiedBy>
  <cp:revision>4</cp:revision>
  <dcterms:created xsi:type="dcterms:W3CDTF">2025-12-12T09:20:53Z</dcterms:created>
  <dcterms:modified xsi:type="dcterms:W3CDTF">2025-12-12T09:37:29Z</dcterms:modified>
</cp:coreProperties>
</file>