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70" r:id="rId24"/>
    <p:sldId id="271" r:id="rId25"/>
    <p:sldId id="272" r:id="rId26"/>
    <p:sldId id="273" r:id="rId27"/>
    <p:sldId id="274" r:id="rId28"/>
  </p:sldIdLst>
  <p:sldSz cx="14630400" cy="8229600"/>
  <p:notesSz cx="8229600" cy="14630400"/>
  <p:embeddedFontLst>
    <p:embeddedFont>
      <p:font typeface="Noto Sans TC" panose="020B0604020202020204" charset="-128"/>
      <p:regular r:id="rId30"/>
    </p:embeddedFont>
    <p:embeddedFont>
      <p:font typeface="Corbel" panose="020B0503020204020204" pitchFamily="34" charset="0"/>
      <p:regular r:id="rId31"/>
      <p:bold r:id="rId32"/>
      <p:italic r:id="rId33"/>
      <p:boldItalic r:id="rId34"/>
    </p:embeddedFont>
    <p:embeddedFont>
      <p:font typeface="Sora Medium" panose="020B0604020202020204" charset="0"/>
      <p:regular r:id="rId35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D7F"/>
    <a:srgbClr val="0BAB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1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E4F5C2-91B9-4C2D-A6EF-65C77388F898}" authorId="{5F3F0CCC-7EF3-2BCE-E966-01205DB42111}" created="2026-01-20T17:16:30.127">
    <pc:sldMkLst xmlns:pc="http://schemas.microsoft.com/office/powerpoint/2013/main/command">
      <pc:docMk/>
      <pc:sldMk cId="0" sldId="262"/>
    </pc:sldMkLst>
    <p188:txBody>
      <a:bodyPr/>
      <a:lstStyle/>
      <a:p>
        <a:r>
          <a:rPr lang="es-ES"/>
          <a:t>Transformando ideas en soluciones mediante desarrollo de software.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0.png"/><Relationship Id="rId14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5.jpeg"/><Relationship Id="rId5" Type="http://schemas.openxmlformats.org/officeDocument/2006/relationships/image" Target="../media/image7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18/10/relationships/comments" Target="../comments/modernComment_106_0.xml"/><Relationship Id="rId7" Type="http://schemas.openxmlformats.org/officeDocument/2006/relationships/image" Target="../media/image17.png"/><Relationship Id="rId12" Type="http://schemas.openxmlformats.org/officeDocument/2006/relationships/image" Target="../media/image2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5.jpeg"/><Relationship Id="rId5" Type="http://schemas.openxmlformats.org/officeDocument/2006/relationships/hyperlink" Target="https://github.com/moimenta84?tab=repositories" TargetMode="External"/><Relationship Id="rId10" Type="http://schemas.openxmlformats.org/officeDocument/2006/relationships/image" Target="../media/image20.png"/><Relationship Id="rId4" Type="http://schemas.openxmlformats.org/officeDocument/2006/relationships/hyperlink" Target="https://es.linkedin.com/in/iker-martinez-dev/" TargetMode="External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</a:t>
            </a:r>
            <a:r>
              <a:rPr lang="es-ES" sz="4000" b="1" u="sng" noProof="0" dirty="0" err="1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6077" y="1176357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Goded Carrete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s-ES" sz="32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1021978" y="6222278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Curso de Desarrollo Front-End React</a:t>
            </a:r>
          </a:p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99" y="5858933"/>
            <a:ext cx="2466378" cy="23075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55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s-ES" sz="3550" b="1" u="sng" noProof="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sz="1400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sz="1400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sz="1400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sz="1400" b="1" noProof="0" dirty="0" err="1">
                <a:solidFill>
                  <a:srgbClr val="E0D6DE"/>
                </a:solidFill>
                <a:latin typeface="Noto Sans TC"/>
                <a:ea typeface="Noto Sans TC"/>
              </a:rPr>
              <a:t>Chatbot</a:t>
            </a:r>
            <a:r>
              <a:rPr lang="es-ES" sz="1400" b="1" noProof="0" dirty="0">
                <a:solidFill>
                  <a:srgbClr val="E0D6DE"/>
                </a:solidFill>
                <a:latin typeface="Noto Sans TC"/>
                <a:ea typeface="Noto Sans TC"/>
              </a:rPr>
              <a:t> IA</a:t>
            </a:r>
            <a:endParaRPr lang="es-ES" sz="1400" b="1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00" y="5344148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341" y="5344148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6873" y="5079065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52622" y="5344149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1284" y="6432856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0459" y="6432856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11471" y="6432855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27111" y="6432855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0646" y="3201947"/>
            <a:ext cx="2839738" cy="39168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38224" y="472559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638224" y="16065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8410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3" y="231164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175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1067" y="503725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491067" y="1274773"/>
            <a:ext cx="3980921" cy="89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</a:p>
          <a:p>
            <a:r>
              <a:rPr lang="es-ES" sz="1600" dirty="0">
                <a:solidFill>
                  <a:schemeClr val="bg1"/>
                </a:solidFill>
              </a:rPr>
              <a:t>Full Stack Developer </a:t>
            </a:r>
            <a:endParaRPr lang="es-ES" sz="1600" b="1" dirty="0">
              <a:solidFill>
                <a:schemeClr val="bg1"/>
              </a:solidFill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buNone/>
            </a:pPr>
            <a:endParaRPr lang="es-ES" sz="2650" noProof="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209584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266281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248" y="5942290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3232" y="5942290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5385" y="5677973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29411" y="5942290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28460" y="5942290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5273055" y="21482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282466" y="2171355"/>
            <a:ext cx="817032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b="1" dirty="0">
                <a:solidFill>
                  <a:schemeClr val="bg1"/>
                </a:solidFill>
              </a:rPr>
              <a:t> En búsqueda activa de prácticas formativas (DAW) </a:t>
            </a:r>
            <a:endParaRPr lang="es-ES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606" y="5771451"/>
            <a:ext cx="2257425" cy="2028825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8" y="2192094"/>
            <a:ext cx="3292212" cy="3490032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15DC37D6-FBDE-3790-AA33-DB8AAF438A93}"/>
              </a:ext>
            </a:extLst>
          </p:cNvPr>
          <p:cNvSpPr/>
          <p:nvPr/>
        </p:nvSpPr>
        <p:spPr>
          <a:xfrm>
            <a:off x="-82473" y="-87923"/>
            <a:ext cx="14823831" cy="840544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7F92D33-1047-8FF8-0314-F8BA5FEE9ED0}"/>
              </a:ext>
            </a:extLst>
          </p:cNvPr>
          <p:cNvSpPr/>
          <p:nvPr/>
        </p:nvSpPr>
        <p:spPr>
          <a:xfrm>
            <a:off x="7643232" y="503725"/>
            <a:ext cx="45719" cy="2348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43743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35985" y="1294941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s-ES" sz="2650" noProof="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35985" y="19916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35985" y="24721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582084" y="96597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6852622" y="1416576"/>
            <a:ext cx="754236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Especialización en Inteligencia Artificial y Big Data (2025 – actualidad)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(2023 – 2025)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C605DB4C-7F52-D612-A7AD-54044C337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622" y="3847416"/>
            <a:ext cx="7657606" cy="4382184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DA1B2C-CC4D-609B-0EBE-4AA6159C6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073" y="1884611"/>
            <a:ext cx="3849786" cy="540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3600" noProof="0" dirty="0"/>
          </a:p>
          <a:p>
            <a:pPr marL="0" indent="0" algn="l">
              <a:buNone/>
            </a:pPr>
            <a:endParaRPr lang="es-ES" sz="36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748848"/>
            <a:ext cx="131158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2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6323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 err="1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61" y="4764131"/>
            <a:ext cx="2979868" cy="2979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3A0D76-28FD-B893-CA0D-BBEFD0D39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952" y="710005"/>
            <a:ext cx="11286448" cy="751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629254"/>
            <a:ext cx="13040544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1636780"/>
            <a:ext cx="13115848" cy="1913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24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957" y="3882458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Flujo pregunta - respuesta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lo muestra y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responde - backend devuelve la respuesta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muestra la respuesta del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bot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s-ES" noProof="0" dirty="0">
              <a:ea typeface="Calibri"/>
              <a:cs typeface="Calibri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pulsa enviar – se ejecuta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Es una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valida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evita mensajes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actualiza estado – llama al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Accion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del usuario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limpia el input – se actualiza la UI 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usuario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Llamada al backend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Separa la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Comunica con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Body con mensaje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Petición HTTP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mensaje – llama a AWS – Devuelve respuesta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IA genera texto – Backend lo devuelve </a:t>
            </a:r>
            <a:endParaRPr lang="es-ES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noProof="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  <a:endParaRPr lang="es-ES" sz="3750" noProof="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la respuesta en JSON</a:t>
            </a:r>
            <a:endParaRPr lang="es-ES" sz="1500" noProof="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Retorna la respuesta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muestra en pantalla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</a:t>
            </a:r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bot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917</Words>
  <Application>Microsoft Office PowerPoint</Application>
  <PresentationFormat>Personalizado</PresentationFormat>
  <Paragraphs>208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Noto Sans TC</vt:lpstr>
      <vt:lpstr>Calibri</vt:lpstr>
      <vt:lpstr>Arial</vt:lpstr>
      <vt:lpstr>Sora Medium</vt:lpstr>
      <vt:lpstr>Corbel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Iker Martinez</cp:lastModifiedBy>
  <cp:revision>342</cp:revision>
  <dcterms:created xsi:type="dcterms:W3CDTF">2026-01-18T22:42:39Z</dcterms:created>
  <dcterms:modified xsi:type="dcterms:W3CDTF">2026-01-20T17:24:13Z</dcterms:modified>
</cp:coreProperties>
</file>