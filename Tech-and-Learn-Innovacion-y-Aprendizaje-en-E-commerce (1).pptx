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67" r:id="rId4"/>
    <p:sldId id="262" r:id="rId5"/>
    <p:sldId id="268" r:id="rId6"/>
    <p:sldId id="269" r:id="rId7"/>
    <p:sldId id="263" r:id="rId8"/>
    <p:sldId id="265" r:id="rId9"/>
    <p:sldId id="264" r:id="rId10"/>
    <p:sldId id="266" r:id="rId11"/>
    <p:sldId id="275" r:id="rId12"/>
    <p:sldId id="271" r:id="rId13"/>
    <p:sldId id="288" r:id="rId14"/>
    <p:sldId id="289" r:id="rId15"/>
    <p:sldId id="290" r:id="rId16"/>
    <p:sldId id="291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92" r:id="rId27"/>
    <p:sldId id="285" r:id="rId28"/>
    <p:sldId id="286" r:id="rId29"/>
    <p:sldId id="270" r:id="rId30"/>
    <p:sldId id="287" r:id="rId31"/>
  </p:sldIdLst>
  <p:sldSz cx="14630400" cy="8229600"/>
  <p:notesSz cx="8229600" cy="14630400"/>
  <p:embeddedFontLst>
    <p:embeddedFont>
      <p:font typeface="Noto Sans TC" panose="020B0604020202020204" charset="-128"/>
      <p:regular r:id="rId33"/>
    </p:embeddedFont>
    <p:embeddedFont>
      <p:font typeface="Corbel" panose="020B0503020204020204" pitchFamily="34" charset="0"/>
      <p:regular r:id="rId34"/>
      <p:bold r:id="rId35"/>
      <p:italic r:id="rId36"/>
      <p:boldItalic r:id="rId37"/>
    </p:embeddedFont>
    <p:embeddedFont>
      <p:font typeface="Sora Medium" panose="020B0604020202020204" charset="0"/>
      <p:regular r:id="rId38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3F0CCC-7EF3-2BCE-E966-01205DB42111}" name="Iker Martinez" initials="IM" userId="031a0476b88aa56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ABB6"/>
    <a:srgbClr val="154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AF2DCE-D221-BC89-A846-1A0F8FE7964D}" v="742" dt="2026-01-19T15:05:28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FARGA PAYÁ, NOELIA" userId="S::noealapay@alu.edu.gva.es::0f7d828b-fef2-45dd-aa63-66f36ab4b478" providerId="AD" clId="Web-{CCAF2DCE-D221-BC89-A846-1A0F8FE7964D}"/>
    <pc:docChg chg="addSld modSld">
      <pc:chgData name="ALAFARGA PAYÁ, NOELIA" userId="S::noealapay@alu.edu.gva.es::0f7d828b-fef2-45dd-aa63-66f36ab4b478" providerId="AD" clId="Web-{CCAF2DCE-D221-BC89-A846-1A0F8FE7964D}" dt="2026-01-19T15:05:28.726" v="662" actId="1076"/>
      <pc:docMkLst>
        <pc:docMk/>
      </pc:docMkLst>
      <pc:sldChg chg="addSp delSp modSp">
        <pc:chgData name="ALAFARGA PAYÁ, NOELIA" userId="S::noealapay@alu.edu.gva.es::0f7d828b-fef2-45dd-aa63-66f36ab4b478" providerId="AD" clId="Web-{CCAF2DCE-D221-BC89-A846-1A0F8FE7964D}" dt="2026-01-19T13:19:43.665" v="50" actId="20577"/>
        <pc:sldMkLst>
          <pc:docMk/>
          <pc:sldMk cId="0" sldId="258"/>
        </pc:sldMkLst>
        <pc:spChg chg="add del mod">
          <ac:chgData name="ALAFARGA PAYÁ, NOELIA" userId="S::noealapay@alu.edu.gva.es::0f7d828b-fef2-45dd-aa63-66f36ab4b478" providerId="AD" clId="Web-{CCAF2DCE-D221-BC89-A846-1A0F8FE7964D}" dt="2026-01-19T13:19:07.399" v="23"/>
          <ac:spMkLst>
            <pc:docMk/>
            <pc:sldMk cId="0" sldId="258"/>
            <ac:spMk id="26" creationId="{23941956-10DD-B7D1-858A-4CBFBDA58346}"/>
          </ac:spMkLst>
        </pc:spChg>
        <pc:spChg chg="add mod">
          <ac:chgData name="ALAFARGA PAYÁ, NOELIA" userId="S::noealapay@alu.edu.gva.es::0f7d828b-fef2-45dd-aa63-66f36ab4b478" providerId="AD" clId="Web-{CCAF2DCE-D221-BC89-A846-1A0F8FE7964D}" dt="2026-01-19T13:19:43.665" v="50" actId="20577"/>
          <ac:spMkLst>
            <pc:docMk/>
            <pc:sldMk cId="0" sldId="258"/>
            <ac:spMk id="27" creationId="{9BDB0973-D89D-1FD3-5432-EC1E681113F2}"/>
          </ac:spMkLst>
        </pc:spChg>
      </pc:sldChg>
      <pc:sldChg chg="addSp delSp modSp add replId">
        <pc:chgData name="ALAFARGA PAYÁ, NOELIA" userId="S::noealapay@alu.edu.gva.es::0f7d828b-fef2-45dd-aa63-66f36ab4b478" providerId="AD" clId="Web-{CCAF2DCE-D221-BC89-A846-1A0F8FE7964D}" dt="2026-01-19T13:43:03.309" v="369" actId="1076"/>
        <pc:sldMkLst>
          <pc:docMk/>
          <pc:sldMk cId="1911477895" sldId="269"/>
        </pc:sldMkLst>
        <pc:spChg chg="mod">
          <ac:chgData name="ALAFARGA PAYÁ, NOELIA" userId="S::noealapay@alu.edu.gva.es::0f7d828b-fef2-45dd-aa63-66f36ab4b478" providerId="AD" clId="Web-{CCAF2DCE-D221-BC89-A846-1A0F8FE7964D}" dt="2026-01-19T13:42:53.402" v="368" actId="1076"/>
          <ac:spMkLst>
            <pc:docMk/>
            <pc:sldMk cId="1911477895" sldId="269"/>
            <ac:spMk id="5" creationId="{56F71887-1E18-70E9-367D-0BB9890E4B76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3:39:47.318" v="356" actId="1076"/>
          <ac:spMkLst>
            <pc:docMk/>
            <pc:sldMk cId="1911477895" sldId="269"/>
            <ac:spMk id="6" creationId="{5F0689C2-FE47-3BDD-2873-00E5D7A1F4EC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3:39:52.990" v="357" actId="1076"/>
          <ac:spMkLst>
            <pc:docMk/>
            <pc:sldMk cId="1911477895" sldId="269"/>
            <ac:spMk id="7" creationId="{E236587E-81F9-0D4A-F273-30823100F62B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3:43:03.309" v="369" actId="1076"/>
          <ac:spMkLst>
            <pc:docMk/>
            <pc:sldMk cId="1911477895" sldId="269"/>
            <ac:spMk id="9" creationId="{118A07C5-EC66-92A6-C903-78703FD2DF99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3:42:38.495" v="366" actId="1076"/>
          <ac:spMkLst>
            <pc:docMk/>
            <pc:sldMk cId="1911477895" sldId="269"/>
            <ac:spMk id="10" creationId="{CD3E15D2-DA87-FA4A-DDD2-3647D9DB1FC4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3:42:33.932" v="365" actId="1076"/>
          <ac:spMkLst>
            <pc:docMk/>
            <pc:sldMk cId="1911477895" sldId="269"/>
            <ac:spMk id="11" creationId="{BC248928-5991-E0BC-288B-85A5DF55C6E1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3:42:27.588" v="364" actId="1076"/>
          <ac:spMkLst>
            <pc:docMk/>
            <pc:sldMk cId="1911477895" sldId="269"/>
            <ac:spMk id="12" creationId="{FA32F16B-F76E-BAFA-722C-5235263C635E}"/>
          </ac:spMkLst>
        </pc:spChg>
        <pc:spChg chg="del">
          <ac:chgData name="ALAFARGA PAYÁ, NOELIA" userId="S::noealapay@alu.edu.gva.es::0f7d828b-fef2-45dd-aa63-66f36ab4b478" providerId="AD" clId="Web-{CCAF2DCE-D221-BC89-A846-1A0F8FE7964D}" dt="2026-01-19T13:25:17.137" v="165"/>
          <ac:spMkLst>
            <pc:docMk/>
            <pc:sldMk cId="1911477895" sldId="269"/>
            <ac:spMk id="13" creationId="{BCC2947D-025B-E248-2B2A-B15F5161A7FE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3:42:17.790" v="363" actId="1076"/>
          <ac:spMkLst>
            <pc:docMk/>
            <pc:sldMk cId="1911477895" sldId="269"/>
            <ac:spMk id="14" creationId="{BDF7498E-2BE4-9723-3687-40EF4A1F2BEE}"/>
          </ac:spMkLst>
        </pc:spChg>
        <pc:spChg chg="add mod">
          <ac:chgData name="ALAFARGA PAYÁ, NOELIA" userId="S::noealapay@alu.edu.gva.es::0f7d828b-fef2-45dd-aa63-66f36ab4b478" providerId="AD" clId="Web-{CCAF2DCE-D221-BC89-A846-1A0F8FE7964D}" dt="2026-01-19T13:42:10.243" v="362" actId="1076"/>
          <ac:spMkLst>
            <pc:docMk/>
            <pc:sldMk cId="1911477895" sldId="269"/>
            <ac:spMk id="20" creationId="{BC3432E2-D36A-8A3A-BA60-B447F6C59EE6}"/>
          </ac:spMkLst>
        </pc:spChg>
        <pc:spChg chg="add mod">
          <ac:chgData name="ALAFARGA PAYÁ, NOELIA" userId="S::noealapay@alu.edu.gva.es::0f7d828b-fef2-45dd-aa63-66f36ab4b478" providerId="AD" clId="Web-{CCAF2DCE-D221-BC89-A846-1A0F8FE7964D}" dt="2026-01-19T13:42:03.898" v="361" actId="1076"/>
          <ac:spMkLst>
            <pc:docMk/>
            <pc:sldMk cId="1911477895" sldId="269"/>
            <ac:spMk id="21" creationId="{D85CB39C-0BBA-7A04-C548-BE023EEBB8D5}"/>
          </ac:spMkLst>
        </pc:spChg>
        <pc:picChg chg="del">
          <ac:chgData name="ALAFARGA PAYÁ, NOELIA" userId="S::noealapay@alu.edu.gva.es::0f7d828b-fef2-45dd-aa63-66f36ab4b478" providerId="AD" clId="Web-{CCAF2DCE-D221-BC89-A846-1A0F8FE7964D}" dt="2026-01-19T13:27:02.700" v="236"/>
          <ac:picMkLst>
            <pc:docMk/>
            <pc:sldMk cId="1911477895" sldId="269"/>
            <ac:picMk id="8" creationId="{8B345D24-32E7-C3B4-70D8-C0BFBB37E14E}"/>
          </ac:picMkLst>
        </pc:picChg>
        <pc:picChg chg="del">
          <ac:chgData name="ALAFARGA PAYÁ, NOELIA" userId="S::noealapay@alu.edu.gva.es::0f7d828b-fef2-45dd-aa63-66f36ab4b478" providerId="AD" clId="Web-{CCAF2DCE-D221-BC89-A846-1A0F8FE7964D}" dt="2026-01-19T13:26:59.544" v="231"/>
          <ac:picMkLst>
            <pc:docMk/>
            <pc:sldMk cId="1911477895" sldId="269"/>
            <ac:picMk id="15" creationId="{E1D19AFF-F21D-F464-CF16-E55C3D619ED2}"/>
          </ac:picMkLst>
        </pc:picChg>
        <pc:picChg chg="del">
          <ac:chgData name="ALAFARGA PAYÁ, NOELIA" userId="S::noealapay@alu.edu.gva.es::0f7d828b-fef2-45dd-aa63-66f36ab4b478" providerId="AD" clId="Web-{CCAF2DCE-D221-BC89-A846-1A0F8FE7964D}" dt="2026-01-19T13:27:00.356" v="232"/>
          <ac:picMkLst>
            <pc:docMk/>
            <pc:sldMk cId="1911477895" sldId="269"/>
            <ac:picMk id="16" creationId="{5A9DA858-8033-CC06-2BEA-86DE7BF6E2FB}"/>
          </ac:picMkLst>
        </pc:picChg>
        <pc:picChg chg="del">
          <ac:chgData name="ALAFARGA PAYÁ, NOELIA" userId="S::noealapay@alu.edu.gva.es::0f7d828b-fef2-45dd-aa63-66f36ab4b478" providerId="AD" clId="Web-{CCAF2DCE-D221-BC89-A846-1A0F8FE7964D}" dt="2026-01-19T13:27:01.012" v="233"/>
          <ac:picMkLst>
            <pc:docMk/>
            <pc:sldMk cId="1911477895" sldId="269"/>
            <ac:picMk id="17" creationId="{518BABE8-FD23-B487-8EAB-49F7307D15C8}"/>
          </ac:picMkLst>
        </pc:picChg>
        <pc:picChg chg="del">
          <ac:chgData name="ALAFARGA PAYÁ, NOELIA" userId="S::noealapay@alu.edu.gva.es::0f7d828b-fef2-45dd-aa63-66f36ab4b478" providerId="AD" clId="Web-{CCAF2DCE-D221-BC89-A846-1A0F8FE7964D}" dt="2026-01-19T13:27:01.512" v="234"/>
          <ac:picMkLst>
            <pc:docMk/>
            <pc:sldMk cId="1911477895" sldId="269"/>
            <ac:picMk id="18" creationId="{71B1AEEB-0205-D510-51D0-456467AE740B}"/>
          </ac:picMkLst>
        </pc:picChg>
        <pc:picChg chg="del">
          <ac:chgData name="ALAFARGA PAYÁ, NOELIA" userId="S::noealapay@alu.edu.gva.es::0f7d828b-fef2-45dd-aa63-66f36ab4b478" providerId="AD" clId="Web-{CCAF2DCE-D221-BC89-A846-1A0F8FE7964D}" dt="2026-01-19T13:27:02.153" v="235"/>
          <ac:picMkLst>
            <pc:docMk/>
            <pc:sldMk cId="1911477895" sldId="269"/>
            <ac:picMk id="19" creationId="{3F363D71-C55C-7F64-FD5F-8A0134A50C77}"/>
          </ac:picMkLst>
        </pc:picChg>
        <pc:picChg chg="add mod">
          <ac:chgData name="ALAFARGA PAYÁ, NOELIA" userId="S::noealapay@alu.edu.gva.es::0f7d828b-fef2-45dd-aa63-66f36ab4b478" providerId="AD" clId="Web-{CCAF2DCE-D221-BC89-A846-1A0F8FE7964D}" dt="2026-01-19T13:41:54.148" v="360" actId="1076"/>
          <ac:picMkLst>
            <pc:docMk/>
            <pc:sldMk cId="1911477895" sldId="269"/>
            <ac:picMk id="22" creationId="{62FB17A3-D3AF-03A5-EC92-6AAEBFF113C7}"/>
          </ac:picMkLst>
        </pc:picChg>
      </pc:sldChg>
      <pc:sldChg chg="addSp delSp modSp add replId">
        <pc:chgData name="ALAFARGA PAYÁ, NOELIA" userId="S::noealapay@alu.edu.gva.es::0f7d828b-fef2-45dd-aa63-66f36ab4b478" providerId="AD" clId="Web-{CCAF2DCE-D221-BC89-A846-1A0F8FE7964D}" dt="2026-01-19T14:12:33.374" v="397" actId="1076"/>
        <pc:sldMkLst>
          <pc:docMk/>
          <pc:sldMk cId="539674223" sldId="270"/>
        </pc:sldMkLst>
        <pc:spChg chg="mod">
          <ac:chgData name="ALAFARGA PAYÁ, NOELIA" userId="S::noealapay@alu.edu.gva.es::0f7d828b-fef2-45dd-aa63-66f36ab4b478" providerId="AD" clId="Web-{CCAF2DCE-D221-BC89-A846-1A0F8FE7964D}" dt="2026-01-19T14:12:22.483" v="396" actId="20577"/>
          <ac:spMkLst>
            <pc:docMk/>
            <pc:sldMk cId="539674223" sldId="270"/>
            <ac:spMk id="3" creationId="{7E2A06DE-DC35-BF02-E603-59F8E8FACBAB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12:33.374" v="397" actId="1076"/>
          <ac:spMkLst>
            <pc:docMk/>
            <pc:sldMk cId="539674223" sldId="270"/>
            <ac:spMk id="4" creationId="{CDB2E0BC-C6BB-6E59-940C-1B5520BF31E4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09:56.822" v="386" actId="14100"/>
          <ac:spMkLst>
            <pc:docMk/>
            <pc:sldMk cId="539674223" sldId="270"/>
            <ac:spMk id="5" creationId="{349D1DFF-FC69-794A-BD1F-BCF7163F6932}"/>
          </ac:spMkLst>
        </pc:spChg>
        <pc:spChg chg="del">
          <ac:chgData name="ALAFARGA PAYÁ, NOELIA" userId="S::noealapay@alu.edu.gva.es::0f7d828b-fef2-45dd-aa63-66f36ab4b478" providerId="AD" clId="Web-{CCAF2DCE-D221-BC89-A846-1A0F8FE7964D}" dt="2026-01-19T14:09:23.853" v="376"/>
          <ac:spMkLst>
            <pc:docMk/>
            <pc:sldMk cId="539674223" sldId="270"/>
            <ac:spMk id="6" creationId="{C743DBDA-A7A8-4D21-89D9-002668F6D385}"/>
          </ac:spMkLst>
        </pc:spChg>
        <pc:spChg chg="del">
          <ac:chgData name="ALAFARGA PAYÁ, NOELIA" userId="S::noealapay@alu.edu.gva.es::0f7d828b-fef2-45dd-aa63-66f36ab4b478" providerId="AD" clId="Web-{CCAF2DCE-D221-BC89-A846-1A0F8FE7964D}" dt="2026-01-19T14:09:38.087" v="379"/>
          <ac:spMkLst>
            <pc:docMk/>
            <pc:sldMk cId="539674223" sldId="270"/>
            <ac:spMk id="7" creationId="{2B3B50E7-C222-5675-8BE0-7E2FB5EB52ED}"/>
          </ac:spMkLst>
        </pc:spChg>
        <pc:spChg chg="del">
          <ac:chgData name="ALAFARGA PAYÁ, NOELIA" userId="S::noealapay@alu.edu.gva.es::0f7d828b-fef2-45dd-aa63-66f36ab4b478" providerId="AD" clId="Web-{CCAF2DCE-D221-BC89-A846-1A0F8FE7964D}" dt="2026-01-19T14:09:39.166" v="380"/>
          <ac:spMkLst>
            <pc:docMk/>
            <pc:sldMk cId="539674223" sldId="270"/>
            <ac:spMk id="8" creationId="{5C39B4ED-CA45-DD81-0B04-D46B91115EFF}"/>
          </ac:spMkLst>
        </pc:spChg>
        <pc:spChg chg="del">
          <ac:chgData name="ALAFARGA PAYÁ, NOELIA" userId="S::noealapay@alu.edu.gva.es::0f7d828b-fef2-45dd-aa63-66f36ab4b478" providerId="AD" clId="Web-{CCAF2DCE-D221-BC89-A846-1A0F8FE7964D}" dt="2026-01-19T14:09:43.103" v="381"/>
          <ac:spMkLst>
            <pc:docMk/>
            <pc:sldMk cId="539674223" sldId="270"/>
            <ac:spMk id="9" creationId="{9AF7B53E-534D-1725-17BE-0EA589DEC88A}"/>
          </ac:spMkLst>
        </pc:spChg>
        <pc:spChg chg="del">
          <ac:chgData name="ALAFARGA PAYÁ, NOELIA" userId="S::noealapay@alu.edu.gva.es::0f7d828b-fef2-45dd-aa63-66f36ab4b478" providerId="AD" clId="Web-{CCAF2DCE-D221-BC89-A846-1A0F8FE7964D}" dt="2026-01-19T14:09:45.666" v="382"/>
          <ac:spMkLst>
            <pc:docMk/>
            <pc:sldMk cId="539674223" sldId="270"/>
            <ac:spMk id="10" creationId="{E8855BC3-FE56-F8FA-77D6-A75156E86E6F}"/>
          </ac:spMkLst>
        </pc:spChg>
        <pc:spChg chg="del">
          <ac:chgData name="ALAFARGA PAYÁ, NOELIA" userId="S::noealapay@alu.edu.gva.es::0f7d828b-fef2-45dd-aa63-66f36ab4b478" providerId="AD" clId="Web-{CCAF2DCE-D221-BC89-A846-1A0F8FE7964D}" dt="2026-01-19T14:09:47.681" v="383"/>
          <ac:spMkLst>
            <pc:docMk/>
            <pc:sldMk cId="539674223" sldId="270"/>
            <ac:spMk id="11" creationId="{EC6A698C-316C-7AF7-B21C-0A07089B264F}"/>
          </ac:spMkLst>
        </pc:spChg>
        <pc:spChg chg="del">
          <ac:chgData name="ALAFARGA PAYÁ, NOELIA" userId="S::noealapay@alu.edu.gva.es::0f7d828b-fef2-45dd-aa63-66f36ab4b478" providerId="AD" clId="Web-{CCAF2DCE-D221-BC89-A846-1A0F8FE7964D}" dt="2026-01-19T14:09:50.603" v="384"/>
          <ac:spMkLst>
            <pc:docMk/>
            <pc:sldMk cId="539674223" sldId="270"/>
            <ac:spMk id="12" creationId="{B31E96D1-0E82-0D63-9053-0347647A420F}"/>
          </ac:spMkLst>
        </pc:spChg>
        <pc:spChg chg="del">
          <ac:chgData name="ALAFARGA PAYÁ, NOELIA" userId="S::noealapay@alu.edu.gva.es::0f7d828b-fef2-45dd-aa63-66f36ab4b478" providerId="AD" clId="Web-{CCAF2DCE-D221-BC89-A846-1A0F8FE7964D}" dt="2026-01-19T14:09:52.760" v="385"/>
          <ac:spMkLst>
            <pc:docMk/>
            <pc:sldMk cId="539674223" sldId="270"/>
            <ac:spMk id="13" creationId="{C37669AA-992C-D5D3-5CA3-67DB258386FE}"/>
          </ac:spMkLst>
        </pc:spChg>
        <pc:picChg chg="del">
          <ac:chgData name="ALAFARGA PAYÁ, NOELIA" userId="S::noealapay@alu.edu.gva.es::0f7d828b-fef2-45dd-aa63-66f36ab4b478" providerId="AD" clId="Web-{CCAF2DCE-D221-BC89-A846-1A0F8FE7964D}" dt="2026-01-19T14:09:58.979" v="387"/>
          <ac:picMkLst>
            <pc:docMk/>
            <pc:sldMk cId="539674223" sldId="270"/>
            <ac:picMk id="14" creationId="{F2E9DB91-8810-878F-ED5A-197A4E7C9128}"/>
          </ac:picMkLst>
        </pc:picChg>
        <pc:picChg chg="add mod">
          <ac:chgData name="ALAFARGA PAYÁ, NOELIA" userId="S::noealapay@alu.edu.gva.es::0f7d828b-fef2-45dd-aa63-66f36ab4b478" providerId="AD" clId="Web-{CCAF2DCE-D221-BC89-A846-1A0F8FE7964D}" dt="2026-01-19T14:11:10.684" v="389" actId="1076"/>
          <ac:picMkLst>
            <pc:docMk/>
            <pc:sldMk cId="539674223" sldId="270"/>
            <ac:picMk id="15" creationId="{2F31149D-3ADF-6322-207C-A5DEB6BD43DF}"/>
          </ac:picMkLst>
        </pc:picChg>
        <pc:picChg chg="add mod">
          <ac:chgData name="ALAFARGA PAYÁ, NOELIA" userId="S::noealapay@alu.edu.gva.es::0f7d828b-fef2-45dd-aa63-66f36ab4b478" providerId="AD" clId="Web-{CCAF2DCE-D221-BC89-A846-1A0F8FE7964D}" dt="2026-01-19T14:12:01.154" v="393" actId="1076"/>
          <ac:picMkLst>
            <pc:docMk/>
            <pc:sldMk cId="539674223" sldId="270"/>
            <ac:picMk id="16" creationId="{C6001C7C-F067-F647-FB6A-6F7AA71783E1}"/>
          </ac:picMkLst>
        </pc:picChg>
      </pc:sldChg>
      <pc:sldChg chg="addSp delSp modSp add replId">
        <pc:chgData name="ALAFARGA PAYÁ, NOELIA" userId="S::noealapay@alu.edu.gva.es::0f7d828b-fef2-45dd-aa63-66f36ab4b478" providerId="AD" clId="Web-{CCAF2DCE-D221-BC89-A846-1A0F8FE7964D}" dt="2026-01-19T15:05:28.726" v="662" actId="1076"/>
        <pc:sldMkLst>
          <pc:docMk/>
          <pc:sldMk cId="771716945" sldId="271"/>
        </pc:sldMkLst>
        <pc:spChg chg="mod">
          <ac:chgData name="ALAFARGA PAYÁ, NOELIA" userId="S::noealapay@alu.edu.gva.es::0f7d828b-fef2-45dd-aa63-66f36ab4b478" providerId="AD" clId="Web-{CCAF2DCE-D221-BC89-A846-1A0F8FE7964D}" dt="2026-01-19T14:14:36.971" v="404" actId="20577"/>
          <ac:spMkLst>
            <pc:docMk/>
            <pc:sldMk cId="771716945" sldId="271"/>
            <ac:spMk id="3" creationId="{1FD0A2D7-387E-22FA-E6BF-83E74520F2A3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14:54.783" v="417" actId="20577"/>
          <ac:spMkLst>
            <pc:docMk/>
            <pc:sldMk cId="771716945" sldId="271"/>
            <ac:spMk id="4" creationId="{2F292354-B0CD-FDC4-121D-8ACE30A8AA2B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20:43.652" v="428" actId="14100"/>
          <ac:spMkLst>
            <pc:docMk/>
            <pc:sldMk cId="771716945" sldId="271"/>
            <ac:spMk id="5" creationId="{484E35B4-7030-E571-6879-86C1AE593621}"/>
          </ac:spMkLst>
        </pc:spChg>
        <pc:spChg chg="add mod">
          <ac:chgData name="ALAFARGA PAYÁ, NOELIA" userId="S::noealapay@alu.edu.gva.es::0f7d828b-fef2-45dd-aa63-66f36ab4b478" providerId="AD" clId="Web-{CCAF2DCE-D221-BC89-A846-1A0F8FE7964D}" dt="2026-01-19T14:52:13.531" v="484" actId="20577"/>
          <ac:spMkLst>
            <pc:docMk/>
            <pc:sldMk cId="771716945" sldId="271"/>
            <ac:spMk id="6" creationId="{55598968-8170-EF23-639C-62FA5AC0BC6D}"/>
          </ac:spMkLst>
        </pc:spChg>
        <pc:spChg chg="add mod">
          <ac:chgData name="ALAFARGA PAYÁ, NOELIA" userId="S::noealapay@alu.edu.gva.es::0f7d828b-fef2-45dd-aa63-66f36ab4b478" providerId="AD" clId="Web-{CCAF2DCE-D221-BC89-A846-1A0F8FE7964D}" dt="2026-01-19T14:53:26.208" v="519" actId="14100"/>
          <ac:spMkLst>
            <pc:docMk/>
            <pc:sldMk cId="771716945" sldId="271"/>
            <ac:spMk id="7" creationId="{A2E4C3E5-CF42-BAC2-0D4D-5484FE6F8D97}"/>
          </ac:spMkLst>
        </pc:spChg>
        <pc:spChg chg="add mod">
          <ac:chgData name="ALAFARGA PAYÁ, NOELIA" userId="S::noealapay@alu.edu.gva.es::0f7d828b-fef2-45dd-aa63-66f36ab4b478" providerId="AD" clId="Web-{CCAF2DCE-D221-BC89-A846-1A0F8FE7964D}" dt="2026-01-19T14:52:55.831" v="486" actId="20577"/>
          <ac:spMkLst>
            <pc:docMk/>
            <pc:sldMk cId="771716945" sldId="271"/>
            <ac:spMk id="8" creationId="{DA6EA74C-DAE0-483A-3B42-4239965929C5}"/>
          </ac:spMkLst>
        </pc:spChg>
        <pc:picChg chg="add mod">
          <ac:chgData name="ALAFARGA PAYÁ, NOELIA" userId="S::noealapay@alu.edu.gva.es::0f7d828b-fef2-45dd-aa63-66f36ab4b478" providerId="AD" clId="Web-{CCAF2DCE-D221-BC89-A846-1A0F8FE7964D}" dt="2026-01-19T15:05:28.726" v="662" actId="1076"/>
          <ac:picMkLst>
            <pc:docMk/>
            <pc:sldMk cId="771716945" sldId="271"/>
            <ac:picMk id="9" creationId="{49D1145C-45BE-C038-FC45-961AC3009FA3}"/>
          </ac:picMkLst>
        </pc:picChg>
        <pc:picChg chg="del">
          <ac:chgData name="ALAFARGA PAYÁ, NOELIA" userId="S::noealapay@alu.edu.gva.es::0f7d828b-fef2-45dd-aa63-66f36ab4b478" providerId="AD" clId="Web-{CCAF2DCE-D221-BC89-A846-1A0F8FE7964D}" dt="2026-01-19T14:15:29.643" v="418"/>
          <ac:picMkLst>
            <pc:docMk/>
            <pc:sldMk cId="771716945" sldId="271"/>
            <ac:picMk id="15" creationId="{E85B1B0B-B28C-540F-075D-443064705468}"/>
          </ac:picMkLst>
        </pc:picChg>
        <pc:picChg chg="del">
          <ac:chgData name="ALAFARGA PAYÁ, NOELIA" userId="S::noealapay@alu.edu.gva.es::0f7d828b-fef2-45dd-aa63-66f36ab4b478" providerId="AD" clId="Web-{CCAF2DCE-D221-BC89-A846-1A0F8FE7964D}" dt="2026-01-19T14:15:30.222" v="419"/>
          <ac:picMkLst>
            <pc:docMk/>
            <pc:sldMk cId="771716945" sldId="271"/>
            <ac:picMk id="16" creationId="{218DDCFA-1328-D11B-BFF0-BCDF077680F8}"/>
          </ac:picMkLst>
        </pc:picChg>
      </pc:sldChg>
      <pc:sldChg chg="addSp modSp add replId">
        <pc:chgData name="ALAFARGA PAYÁ, NOELIA" userId="S::noealapay@alu.edu.gva.es::0f7d828b-fef2-45dd-aa63-66f36ab4b478" providerId="AD" clId="Web-{CCAF2DCE-D221-BC89-A846-1A0F8FE7964D}" dt="2026-01-19T14:30:09.528" v="482" actId="1076"/>
        <pc:sldMkLst>
          <pc:docMk/>
          <pc:sldMk cId="1686336812" sldId="272"/>
        </pc:sldMkLst>
        <pc:spChg chg="mod">
          <ac:chgData name="ALAFARGA PAYÁ, NOELIA" userId="S::noealapay@alu.edu.gva.es::0f7d828b-fef2-45dd-aa63-66f36ab4b478" providerId="AD" clId="Web-{CCAF2DCE-D221-BC89-A846-1A0F8FE7964D}" dt="2026-01-19T14:24:12.583" v="456" actId="20577"/>
          <ac:spMkLst>
            <pc:docMk/>
            <pc:sldMk cId="1686336812" sldId="272"/>
            <ac:spMk id="4" creationId="{5C9DB1B9-C9CC-9714-6A35-90CC3CADA624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29:52.449" v="479" actId="1076"/>
          <ac:spMkLst>
            <pc:docMk/>
            <pc:sldMk cId="1686336812" sldId="272"/>
            <ac:spMk id="5" creationId="{4D3D626C-0BF7-725D-0EBE-6EDB18E55253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29:58.246" v="481" actId="20577"/>
          <ac:spMkLst>
            <pc:docMk/>
            <pc:sldMk cId="1686336812" sldId="272"/>
            <ac:spMk id="6" creationId="{28B06D7A-2891-3C92-DE21-95281A3C2AF4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28:32.558" v="469" actId="14100"/>
          <ac:spMkLst>
            <pc:docMk/>
            <pc:sldMk cId="1686336812" sldId="272"/>
            <ac:spMk id="7" creationId="{FBAC5E04-53EE-55BE-D867-D47CF47FA177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28:11.089" v="465" actId="1076"/>
          <ac:spMkLst>
            <pc:docMk/>
            <pc:sldMk cId="1686336812" sldId="272"/>
            <ac:spMk id="8" creationId="{DD7813E6-62AC-4673-6A44-9A02C299D13F}"/>
          </ac:spMkLst>
        </pc:spChg>
        <pc:spChg chg="add mod">
          <ac:chgData name="ALAFARGA PAYÁ, NOELIA" userId="S::noealapay@alu.edu.gva.es::0f7d828b-fef2-45dd-aa63-66f36ab4b478" providerId="AD" clId="Web-{CCAF2DCE-D221-BC89-A846-1A0F8FE7964D}" dt="2026-01-19T14:30:09.528" v="482" actId="1076"/>
          <ac:spMkLst>
            <pc:docMk/>
            <pc:sldMk cId="1686336812" sldId="272"/>
            <ac:spMk id="9" creationId="{8243C9B8-BD5D-CDC6-CF8C-CF290E03DD1C}"/>
          </ac:spMkLst>
        </pc:spChg>
        <pc:spChg chg="add mod">
          <ac:chgData name="ALAFARGA PAYÁ, NOELIA" userId="S::noealapay@alu.edu.gva.es::0f7d828b-fef2-45dd-aa63-66f36ab4b478" providerId="AD" clId="Web-{CCAF2DCE-D221-BC89-A846-1A0F8FE7964D}" dt="2026-01-19T14:29:22.168" v="475" actId="20577"/>
          <ac:spMkLst>
            <pc:docMk/>
            <pc:sldMk cId="1686336812" sldId="272"/>
            <ac:spMk id="10" creationId="{7C52966C-BA2E-4AD9-7780-AA94832A978E}"/>
          </ac:spMkLst>
        </pc:spChg>
      </pc:sldChg>
      <pc:sldChg chg="addSp modSp add replId">
        <pc:chgData name="ALAFARGA PAYÁ, NOELIA" userId="S::noealapay@alu.edu.gva.es::0f7d828b-fef2-45dd-aa63-66f36ab4b478" providerId="AD" clId="Web-{CCAF2DCE-D221-BC89-A846-1A0F8FE7964D}" dt="2026-01-19T14:59:27.424" v="567" actId="20577"/>
        <pc:sldMkLst>
          <pc:docMk/>
          <pc:sldMk cId="2621555866" sldId="273"/>
        </pc:sldMkLst>
        <pc:spChg chg="mod">
          <ac:chgData name="ALAFARGA PAYÁ, NOELIA" userId="S::noealapay@alu.edu.gva.es::0f7d828b-fef2-45dd-aa63-66f36ab4b478" providerId="AD" clId="Web-{CCAF2DCE-D221-BC89-A846-1A0F8FE7964D}" dt="2026-01-19T14:54:32.509" v="530" actId="20577"/>
          <ac:spMkLst>
            <pc:docMk/>
            <pc:sldMk cId="2621555866" sldId="273"/>
            <ac:spMk id="3" creationId="{6A444F63-3119-F5A3-54A8-877EC3BDDF09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54:53.322" v="536" actId="20577"/>
          <ac:spMkLst>
            <pc:docMk/>
            <pc:sldMk cId="2621555866" sldId="273"/>
            <ac:spMk id="4" creationId="{1FC635ED-49C8-84A1-45A5-2E151C40760F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55:21.635" v="546" actId="20577"/>
          <ac:spMkLst>
            <pc:docMk/>
            <pc:sldMk cId="2621555866" sldId="273"/>
            <ac:spMk id="5" creationId="{E2A53D67-013A-787C-0AEF-ACD13EF3374C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55:12.229" v="542" actId="20577"/>
          <ac:spMkLst>
            <pc:docMk/>
            <pc:sldMk cId="2621555866" sldId="273"/>
            <ac:spMk id="6" creationId="{887FE4BB-8881-56A7-5149-06DDCD29F7C2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55:55.949" v="550" actId="20577"/>
          <ac:spMkLst>
            <pc:docMk/>
            <pc:sldMk cId="2621555866" sldId="273"/>
            <ac:spMk id="7" creationId="{0A6FA11D-78D8-DC7D-BD94-BD8DB39803AC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55:36.714" v="548" actId="20577"/>
          <ac:spMkLst>
            <pc:docMk/>
            <pc:sldMk cId="2621555866" sldId="273"/>
            <ac:spMk id="8" creationId="{C26B0FF5-C942-53F4-81D0-ECA7CF5CFEA5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57:31.671" v="555" actId="20577"/>
          <ac:spMkLst>
            <pc:docMk/>
            <pc:sldMk cId="2621555866" sldId="273"/>
            <ac:spMk id="9" creationId="{9B7DF52D-74D5-4B8B-8033-1F303B3FCEAC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4:55:58.621" v="551" actId="20577"/>
          <ac:spMkLst>
            <pc:docMk/>
            <pc:sldMk cId="2621555866" sldId="273"/>
            <ac:spMk id="10" creationId="{A3EB5CB6-2E9E-4FF6-792D-C9D62D7971C7}"/>
          </ac:spMkLst>
        </pc:spChg>
        <pc:spChg chg="add mod">
          <ac:chgData name="ALAFARGA PAYÁ, NOELIA" userId="S::noealapay@alu.edu.gva.es::0f7d828b-fef2-45dd-aa63-66f36ab4b478" providerId="AD" clId="Web-{CCAF2DCE-D221-BC89-A846-1A0F8FE7964D}" dt="2026-01-19T14:59:27.424" v="567" actId="20577"/>
          <ac:spMkLst>
            <pc:docMk/>
            <pc:sldMk cId="2621555866" sldId="273"/>
            <ac:spMk id="11" creationId="{7EAA046F-CCFC-8E68-43E7-A7D85AD7BC58}"/>
          </ac:spMkLst>
        </pc:spChg>
        <pc:spChg chg="add mod">
          <ac:chgData name="ALAFARGA PAYÁ, NOELIA" userId="S::noealapay@alu.edu.gva.es::0f7d828b-fef2-45dd-aa63-66f36ab4b478" providerId="AD" clId="Web-{CCAF2DCE-D221-BC89-A846-1A0F8FE7964D}" dt="2026-01-19T14:58:11.094" v="565" actId="20577"/>
          <ac:spMkLst>
            <pc:docMk/>
            <pc:sldMk cId="2621555866" sldId="273"/>
            <ac:spMk id="12" creationId="{FFEA6479-F5C6-DC83-C419-5E3C9FEB1A52}"/>
          </ac:spMkLst>
        </pc:spChg>
      </pc:sldChg>
      <pc:sldChg chg="delSp modSp add replId">
        <pc:chgData name="ALAFARGA PAYÁ, NOELIA" userId="S::noealapay@alu.edu.gva.es::0f7d828b-fef2-45dd-aa63-66f36ab4b478" providerId="AD" clId="Web-{CCAF2DCE-D221-BC89-A846-1A0F8FE7964D}" dt="2026-01-19T15:05:01.460" v="660"/>
        <pc:sldMkLst>
          <pc:docMk/>
          <pc:sldMk cId="1148993387" sldId="274"/>
        </pc:sldMkLst>
        <pc:spChg chg="mod">
          <ac:chgData name="ALAFARGA PAYÁ, NOELIA" userId="S::noealapay@alu.edu.gva.es::0f7d828b-fef2-45dd-aa63-66f36ab4b478" providerId="AD" clId="Web-{CCAF2DCE-D221-BC89-A846-1A0F8FE7964D}" dt="2026-01-19T15:00:29.237" v="595" actId="20577"/>
          <ac:spMkLst>
            <pc:docMk/>
            <pc:sldMk cId="1148993387" sldId="274"/>
            <ac:spMk id="3" creationId="{AA7A5CFD-B711-418C-7B5E-3DF16DC8EFED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5:00:25.284" v="592" actId="20577"/>
          <ac:spMkLst>
            <pc:docMk/>
            <pc:sldMk cId="1148993387" sldId="274"/>
            <ac:spMk id="4" creationId="{A1F8A4DE-7EB0-7760-580B-020519E92FE1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5:01:05.238" v="614" actId="20577"/>
          <ac:spMkLst>
            <pc:docMk/>
            <pc:sldMk cId="1148993387" sldId="274"/>
            <ac:spMk id="5" creationId="{7E41EEF8-1136-BFA2-785C-50C47591D6B3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5:00:44.566" v="596" actId="20577"/>
          <ac:spMkLst>
            <pc:docMk/>
            <pc:sldMk cId="1148993387" sldId="274"/>
            <ac:spMk id="6" creationId="{ECD1D570-2EBA-6AEA-AF19-4EF8CC164EE0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5:02:18.755" v="645" actId="1076"/>
          <ac:spMkLst>
            <pc:docMk/>
            <pc:sldMk cId="1148993387" sldId="274"/>
            <ac:spMk id="7" creationId="{903026B7-B4FD-BCC7-3C21-A22A5488FBEF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5:02:15.208" v="644" actId="14100"/>
          <ac:spMkLst>
            <pc:docMk/>
            <pc:sldMk cId="1148993387" sldId="274"/>
            <ac:spMk id="8" creationId="{2DD26873-4D13-3749-E74E-7EBD4CF3C463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5:03:15.787" v="655" actId="20577"/>
          <ac:spMkLst>
            <pc:docMk/>
            <pc:sldMk cId="1148993387" sldId="274"/>
            <ac:spMk id="9" creationId="{5E5E714A-49D7-67CB-8FC7-A35197ED82BE}"/>
          </ac:spMkLst>
        </pc:spChg>
        <pc:spChg chg="mod">
          <ac:chgData name="ALAFARGA PAYÁ, NOELIA" userId="S::noealapay@alu.edu.gva.es::0f7d828b-fef2-45dd-aa63-66f36ab4b478" providerId="AD" clId="Web-{CCAF2DCE-D221-BC89-A846-1A0F8FE7964D}" dt="2026-01-19T15:03:18.146" v="656" actId="1076"/>
          <ac:spMkLst>
            <pc:docMk/>
            <pc:sldMk cId="1148993387" sldId="274"/>
            <ac:spMk id="10" creationId="{01EDDB2D-ED62-1073-96C0-CF2D85FC5592}"/>
          </ac:spMkLst>
        </pc:spChg>
        <pc:spChg chg="del">
          <ac:chgData name="ALAFARGA PAYÁ, NOELIA" userId="S::noealapay@alu.edu.gva.es::0f7d828b-fef2-45dd-aa63-66f36ab4b478" providerId="AD" clId="Web-{CCAF2DCE-D221-BC89-A846-1A0F8FE7964D}" dt="2026-01-19T15:04:58.585" v="659"/>
          <ac:spMkLst>
            <pc:docMk/>
            <pc:sldMk cId="1148993387" sldId="274"/>
            <ac:spMk id="11" creationId="{84F7B2AC-BE91-54B2-32AA-CEE1B88C22C3}"/>
          </ac:spMkLst>
        </pc:spChg>
        <pc:spChg chg="del mod">
          <ac:chgData name="ALAFARGA PAYÁ, NOELIA" userId="S::noealapay@alu.edu.gva.es::0f7d828b-fef2-45dd-aa63-66f36ab4b478" providerId="AD" clId="Web-{CCAF2DCE-D221-BC89-A846-1A0F8FE7964D}" dt="2026-01-19T15:05:01.460" v="660"/>
          <ac:spMkLst>
            <pc:docMk/>
            <pc:sldMk cId="1148993387" sldId="274"/>
            <ac:spMk id="12" creationId="{AA8B9572-A57A-23E4-3CC9-629DF835FB2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078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2F2D4-9366-1C74-33C9-E32A48EB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3797F-D743-6235-DE71-D3AE263FC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121B3-5811-CD7C-E47F-AB295CEFD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DAC86-8F44-2411-1971-ADFE57E9B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42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544B-5A51-F256-09AE-E87CC4C3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7AB0F-A4E0-8707-2E97-35E050A80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4347B-878B-D33C-156F-7F7A26CA8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AFC0A-BD98-6C68-EEAB-D1197BAF9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57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EE08D-F5BB-F5F5-5043-90A2DD84B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6D149-154C-1073-C059-9AF55131F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AEF00-F52D-BA18-F2A8-83E36B6B0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B76F4-1F48-CA43-75F3-89C84DCAA5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844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D98CC-DC4D-19CE-0576-6F0353BA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27358-1D5F-96B5-749F-E88371B0B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4BDEC-CA29-44F5-C21C-AF08466FE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D94E4-A039-320A-5FA7-82DC65549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19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77286-01AD-539A-B83B-5C1D35D46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2263D-1141-2FCA-7B84-C51112256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F067E-20FC-BDE7-0BCD-F5A87BFE0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4047A-C867-1771-6AE5-9E72549A6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12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F977-46D1-BE9E-068E-596CE5F1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EED47-17B3-5714-0218-74653771F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C08B5-C6B3-A6AA-60D2-F34213314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712DA-F872-3CA7-3622-8138BF70D6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749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C64BF-8A2B-D30C-87AA-E0A64C10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AD8E3-378F-069A-D0C5-705461247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F1E32-6C40-5AFA-ECCA-DD3F22ABB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0B7C5-9682-7F5A-9B31-89CC4B4695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83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EA373-076C-F56D-DA6C-3CDE5B34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EDFAE-E221-2104-B6F2-734B562CF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2BCDB-FA90-CCBC-1E4D-C9A82CE4F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D7FFD-A66B-9D75-3897-6DC2D37CE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475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0DDE-789F-ACC8-BD87-A4B3DF4F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CF5CF-84A5-FB1C-C7A8-E5A566ACA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B6109-9207-876B-13A7-5CE9F225D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8FDC9-A080-58B5-AE3E-E780FA293F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22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77D8A-4515-7A1C-E233-49D7B0229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8F3EE-B1B1-9D10-FDE1-51D06E351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88A2E-079C-0F9B-AB35-0FC0DD9B3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A8899-3C96-54EF-ECE4-BB660869B7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39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B70AA-31C0-2A74-02DD-E6091AFE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6888E-7736-D187-F0FB-1B4F3B71E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ED4B8-7A37-7695-8721-D671DF751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AC25F-5A12-3AF1-DF2F-0432D35316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86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6635C-FC51-B500-C668-E532B8E4B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B6346-5148-8FAF-9FE9-91BA360D0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BB4BE-2204-8CBF-9534-B331FC9E4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2142C-9E47-50BA-1AC2-DD20C42A82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258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2CD0-FA2C-CCBE-6C15-6A1F6B93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2C142-0179-91FC-D424-7E7ACD48B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EE66D-7B6D-E8ED-C39B-950E755D2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411E3-7A3D-7CF5-11DC-E810CCB58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727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CDE96-6819-E298-2762-B41C6C01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8B733-4CFD-5243-ADC7-35A0858FE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09978-E9BD-90F0-37E4-A800FD34C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FEFD6-8372-AC27-01BF-5721C69250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141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4E3E0-8EDE-3B66-F708-8F3F1443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C25FF-8D48-7977-8049-27BC73210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F24C8-94D9-9CE1-17E0-299760854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3C7BD-B03F-6DA5-F307-6591BC87C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23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171-BCBB-A14B-F13A-37298716C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5C277-DEC6-9659-D4C6-5F1165BB9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368F7-E161-A91F-DA65-0C15B3EC8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408CB-4AED-DD4D-26BB-26F6477844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99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C8B29-78D5-9AE4-8F57-71FC53C6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AB4EA-1B80-2579-40B6-01236970C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8A664-B8BF-F2D5-9439-071D6E52F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4F069-6B1E-BAD7-A815-753A62EF0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72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B7261-D6DC-303E-DD20-DC7A3C016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33F4-799B-24C6-FE52-305B5658E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0CEE7-0482-BB99-0400-01A2F93F2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401E7-7DAF-3C62-A5E3-AAA25B34ED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045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B9AC8-364E-545A-8B62-466AF8585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36761-A636-277B-E55D-D9981BE4D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05F8C-19C2-8289-D114-E8849EB1D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F730E-4248-87C9-C13F-BCBA8D54A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220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BBB9-2821-C2EB-F4EC-6EEBF3DF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3EF83-6E6C-EB8B-B950-3A66EAE71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1DCD5-576C-E831-19C8-C0AD3B390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30421-389F-BF83-C4CF-D54B8A820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74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g"/><Relationship Id="rId3" Type="http://schemas.openxmlformats.org/officeDocument/2006/relationships/hyperlink" Target="https://es.linkedin.com/in/david-corredor-miguel-7b057624a" TargetMode="Externa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hyperlink" Target="https://github.com/DavidCorredorMiguel?tab=repositories" TargetMode="External"/><Relationship Id="rId9" Type="http://schemas.openxmlformats.org/officeDocument/2006/relationships/image" Target="../media/image11.png"/><Relationship Id="rId1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8.png"/><Relationship Id="rId3" Type="http://schemas.openxmlformats.org/officeDocument/2006/relationships/hyperlink" Target="https://es.linkedin.com/in/iker-martinez-dev/" TargetMode="External"/><Relationship Id="rId7" Type="http://schemas.openxmlformats.org/officeDocument/2006/relationships/image" Target="../media/image21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4.jpg"/><Relationship Id="rId5" Type="http://schemas.openxmlformats.org/officeDocument/2006/relationships/image" Target="../media/image19.png"/><Relationship Id="rId10" Type="http://schemas.openxmlformats.org/officeDocument/2006/relationships/image" Target="../media/image16.jpeg"/><Relationship Id="rId4" Type="http://schemas.openxmlformats.org/officeDocument/2006/relationships/hyperlink" Target="https://github.com/moimenta84?tab=repositories" TargetMode="External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github.com/ivangc1?tab=repositories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6.jpeg"/><Relationship Id="rId5" Type="http://schemas.openxmlformats.org/officeDocument/2006/relationships/image" Target="../media/image8.png"/><Relationship Id="rId10" Type="http://schemas.openxmlformats.org/officeDocument/2006/relationships/hyperlink" Target="https://es.linkedin.com/in/noelia-alafarga-backend" TargetMode="External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s.linkedin.com/in/noelia-alafarga-backen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hyperlink" Target="https://github.com/noelianikolatesla?tab=repositorie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link-to-stud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link-to-stud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289" y="205509"/>
            <a:ext cx="14167821" cy="10556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4000" u="sng" noProof="0" dirty="0" err="1">
                <a:solidFill>
                  <a:srgbClr val="0BABB6"/>
                </a:solidFill>
                <a:latin typeface="Sora Medium" pitchFamily="34" charset="0"/>
                <a:cs typeface="Sora Medium" pitchFamily="34" charset="-120"/>
              </a:rPr>
              <a:t>Tech</a:t>
            </a:r>
            <a:r>
              <a:rPr lang="es-ES" sz="4000" noProof="0" dirty="0">
                <a:solidFill>
                  <a:srgbClr val="0BABB6"/>
                </a:solidFill>
                <a:latin typeface="Sora Medium" pitchFamily="34" charset="0"/>
                <a:cs typeface="Sora Medium" pitchFamily="34" charset="-120"/>
              </a:rPr>
              <a:t> </a:t>
            </a:r>
            <a:r>
              <a:rPr lang="es-ES" sz="4000" u="sng" noProof="0" dirty="0">
                <a:solidFill>
                  <a:srgbClr val="154D7F"/>
                </a:solidFill>
                <a:latin typeface="Sora Medium" pitchFamily="34" charset="0"/>
                <a:cs typeface="Sora Medium" pitchFamily="34" charset="-120"/>
              </a:rPr>
              <a:t>&amp;</a:t>
            </a:r>
            <a:r>
              <a:rPr lang="es-ES" sz="4000" noProof="0" dirty="0">
                <a:solidFill>
                  <a:srgbClr val="0BABB6"/>
                </a:solidFill>
                <a:latin typeface="Sora Medium" pitchFamily="34" charset="0"/>
                <a:cs typeface="Sora Medium" pitchFamily="34" charset="-120"/>
              </a:rPr>
              <a:t> </a:t>
            </a:r>
            <a:r>
              <a:rPr lang="es-ES" sz="4000" u="sng" noProof="0" dirty="0">
                <a:solidFill>
                  <a:srgbClr val="FFC000"/>
                </a:solidFill>
                <a:latin typeface="Sora Medium" pitchFamily="34" charset="0"/>
                <a:cs typeface="Sora Medium" pitchFamily="34" charset="-120"/>
              </a:rPr>
              <a:t>Learn</a:t>
            </a:r>
            <a:r>
              <a:rPr lang="es-ES" sz="4000" b="1" noProof="0" dirty="0">
                <a:solidFill>
                  <a:schemeClr val="bg1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: </a:t>
            </a:r>
            <a:r>
              <a:rPr lang="es-ES" sz="4000" b="1" u="sng" noProof="0" dirty="0">
                <a:solidFill>
                  <a:schemeClr val="bg1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Innovación y Aprendizaje en E-commerce</a:t>
            </a:r>
            <a:endParaRPr lang="es-ES" sz="4000" b="1" u="sng" noProof="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8218842" y="2216075"/>
            <a:ext cx="4570831" cy="756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s-ES" sz="3200" b="1" noProof="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508452" y="3305917"/>
            <a:ext cx="6013524" cy="2688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s-ES" sz="2800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4E09FAE-E5E9-F671-6062-D0D5F1C96436}"/>
              </a:ext>
            </a:extLst>
          </p:cNvPr>
          <p:cNvSpPr/>
          <p:nvPr/>
        </p:nvSpPr>
        <p:spPr>
          <a:xfrm>
            <a:off x="73172" y="2687744"/>
            <a:ext cx="5263376" cy="1860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2800" b="1" noProof="0" dirty="0">
                <a:solidFill>
                  <a:schemeClr val="bg1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Desarrollo Front-End React</a:t>
            </a:r>
          </a:p>
          <a:p>
            <a:pPr marL="0" indent="0" algn="ctr">
              <a:buNone/>
            </a:pPr>
            <a:r>
              <a:rPr lang="es-ES" sz="2800" b="1" noProof="0" dirty="0">
                <a:solidFill>
                  <a:schemeClr val="bg1"/>
                </a:solidFill>
                <a:latin typeface="Sora Medium" pitchFamily="34" charset="0"/>
                <a:cs typeface="Sora Medium" pitchFamily="34" charset="-120"/>
              </a:rPr>
              <a:t>Fundación Adecco</a:t>
            </a:r>
            <a:endParaRPr lang="es-ES" sz="2800" b="1" noProof="0" dirty="0">
              <a:solidFill>
                <a:schemeClr val="bg1"/>
              </a:solidFill>
            </a:endParaRPr>
          </a:p>
        </p:txBody>
      </p:sp>
      <p:pic>
        <p:nvPicPr>
          <p:cNvPr id="8" name="Imagen 7" descr="Forma&#10;&#10;El contenido generado por IA puede ser incorrecto.">
            <a:extLst>
              <a:ext uri="{FF2B5EF4-FFF2-40B4-BE49-F238E27FC236}">
                <a16:creationId xmlns:a16="http://schemas.microsoft.com/office/drawing/2014/main" id="{48C22998-9A5B-14CE-C219-E2DB9BC8F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82" y="4216998"/>
            <a:ext cx="4069142" cy="3807093"/>
          </a:xfrm>
          <a:prstGeom prst="rect">
            <a:avLst/>
          </a:prstGeom>
        </p:spPr>
      </p:pic>
      <p:pic>
        <p:nvPicPr>
          <p:cNvPr id="16" name="Imagen 15" descr="Texto&#10;&#10;El contenido generado por IA puede ser incorrecto.">
            <a:extLst>
              <a:ext uri="{FF2B5EF4-FFF2-40B4-BE49-F238E27FC236}">
                <a16:creationId xmlns:a16="http://schemas.microsoft.com/office/drawing/2014/main" id="{543772AF-A6CB-23F5-5B10-93E935D57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565" y="3927772"/>
            <a:ext cx="6561836" cy="4301828"/>
          </a:xfrm>
          <a:prstGeom prst="rect">
            <a:avLst/>
          </a:prstGeom>
        </p:spPr>
      </p:pic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76EAE348-3DDD-EE8A-0A6E-D994A4078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602" y="368157"/>
            <a:ext cx="4888627" cy="4888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 flipH="1">
            <a:off x="7326627" y="1034078"/>
            <a:ext cx="45719" cy="6752418"/>
          </a:xfrm>
          <a:prstGeom prst="roundRect">
            <a:avLst>
              <a:gd name="adj" fmla="val 119070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6" name="Shape 4"/>
          <p:cNvSpPr/>
          <p:nvPr/>
        </p:nvSpPr>
        <p:spPr>
          <a:xfrm>
            <a:off x="6952297" y="1494270"/>
            <a:ext cx="362903" cy="22860"/>
          </a:xfrm>
          <a:prstGeom prst="roundRect">
            <a:avLst>
              <a:gd name="adj" fmla="val 119070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s-ES" sz="2400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156" y="1998881"/>
            <a:ext cx="136088" cy="1360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90060" y="1363897"/>
            <a:ext cx="417647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s-ES" sz="2000" b="1" noProof="0" dirty="0">
                <a:solidFill>
                  <a:srgbClr val="0BABB6"/>
                </a:solidFill>
                <a:ea typeface="Sora Medium" pitchFamily="34" charset="-122"/>
                <a:cs typeface="Sora Medium" pitchFamily="34" charset="-120"/>
              </a:rPr>
              <a:t>Stack Técnico</a:t>
            </a:r>
            <a:endParaRPr lang="es-ES" sz="2000" b="1" noProof="0" dirty="0">
              <a:solidFill>
                <a:srgbClr val="0BABB6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00" y="1983677"/>
            <a:ext cx="362903" cy="22860"/>
          </a:xfrm>
          <a:prstGeom prst="roundRect">
            <a:avLst>
              <a:gd name="adj" fmla="val 119070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s-ES" sz="2400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156" y="3014960"/>
            <a:ext cx="136088" cy="1360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63865" y="1853304"/>
            <a:ext cx="398133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2000" b="1" noProof="0" dirty="0">
                <a:solidFill>
                  <a:srgbClr val="0BABB6"/>
                </a:solidFill>
                <a:ea typeface="Sora Medium" pitchFamily="34" charset="-122"/>
                <a:cs typeface="Sora Medium" pitchFamily="34" charset="-120"/>
              </a:rPr>
              <a:t>Descripción y Boceto del Proyecto</a:t>
            </a:r>
            <a:endParaRPr lang="es-ES" sz="2000" b="1" noProof="0" dirty="0">
              <a:solidFill>
                <a:srgbClr val="0BABB6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7020341" y="3103484"/>
            <a:ext cx="362903" cy="22860"/>
          </a:xfrm>
          <a:prstGeom prst="roundRect">
            <a:avLst>
              <a:gd name="adj" fmla="val 119070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s-ES" sz="2400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156" y="3916978"/>
            <a:ext cx="136088" cy="1360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40513" y="2973110"/>
            <a:ext cx="299406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s-ES" sz="2000" b="1" noProof="0" dirty="0">
                <a:solidFill>
                  <a:srgbClr val="0BABB6"/>
                </a:solidFill>
                <a:ea typeface="Sora Medium" pitchFamily="34" charset="-122"/>
                <a:cs typeface="Sora Medium" pitchFamily="34" charset="-120"/>
              </a:rPr>
              <a:t>Estudio de Tiendas Online</a:t>
            </a:r>
            <a:endParaRPr lang="es-ES" sz="2000" b="1" noProof="0" dirty="0">
              <a:solidFill>
                <a:srgbClr val="0BABB6"/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303772" y="4559583"/>
            <a:ext cx="362903" cy="22860"/>
          </a:xfrm>
          <a:prstGeom prst="roundRect">
            <a:avLst>
              <a:gd name="adj" fmla="val 119070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s-ES" sz="2400" noProof="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156" y="4819114"/>
            <a:ext cx="136088" cy="1360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52437" y="4429210"/>
            <a:ext cx="302847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2000" b="1" noProof="0" dirty="0">
                <a:solidFill>
                  <a:srgbClr val="0BABB6"/>
                </a:solidFill>
                <a:ea typeface="Sora Medium" pitchFamily="34" charset="-122"/>
                <a:cs typeface="Sora Medium" pitchFamily="34" charset="-120"/>
              </a:rPr>
              <a:t>Diseño UX/UI: Flujos Clave</a:t>
            </a:r>
            <a:endParaRPr lang="es-ES" sz="2000" b="1" noProof="0" dirty="0">
              <a:solidFill>
                <a:srgbClr val="0BABB6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8052437" y="4799733"/>
            <a:ext cx="57956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s-ES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Home (Inicio)</a:t>
            </a:r>
            <a:endParaRPr lang="es-ES" b="1" noProof="0" dirty="0"/>
          </a:p>
        </p:txBody>
      </p:sp>
      <p:sp>
        <p:nvSpPr>
          <p:cNvPr id="19" name="Text 13"/>
          <p:cNvSpPr/>
          <p:nvPr/>
        </p:nvSpPr>
        <p:spPr>
          <a:xfrm>
            <a:off x="8052437" y="5111676"/>
            <a:ext cx="57956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s-ES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Login (Iniciar Sesión) y Registro</a:t>
            </a:r>
            <a:endParaRPr lang="es-ES" b="1" noProof="0" dirty="0"/>
          </a:p>
        </p:txBody>
      </p:sp>
      <p:sp>
        <p:nvSpPr>
          <p:cNvPr id="20" name="Text 14"/>
          <p:cNvSpPr/>
          <p:nvPr/>
        </p:nvSpPr>
        <p:spPr>
          <a:xfrm>
            <a:off x="8052437" y="5423620"/>
            <a:ext cx="57956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s-ES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Productos y Detalles</a:t>
            </a:r>
            <a:endParaRPr lang="es-ES" b="1" noProof="0" dirty="0"/>
          </a:p>
        </p:txBody>
      </p:sp>
      <p:sp>
        <p:nvSpPr>
          <p:cNvPr id="21" name="Text 15"/>
          <p:cNvSpPr/>
          <p:nvPr/>
        </p:nvSpPr>
        <p:spPr>
          <a:xfrm>
            <a:off x="8052437" y="5735564"/>
            <a:ext cx="57956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s-ES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Productos Favoritos</a:t>
            </a:r>
            <a:endParaRPr lang="es-ES" b="1" noProof="0" dirty="0"/>
          </a:p>
        </p:txBody>
      </p:sp>
      <p:sp>
        <p:nvSpPr>
          <p:cNvPr id="22" name="Text 16"/>
          <p:cNvSpPr/>
          <p:nvPr/>
        </p:nvSpPr>
        <p:spPr>
          <a:xfrm>
            <a:off x="8052437" y="6047508"/>
            <a:ext cx="57956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s-ES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Cesta y Proceso de Compra</a:t>
            </a:r>
          </a:p>
        </p:txBody>
      </p:sp>
      <p:sp>
        <p:nvSpPr>
          <p:cNvPr id="23" name="Shape 17"/>
          <p:cNvSpPr/>
          <p:nvPr/>
        </p:nvSpPr>
        <p:spPr>
          <a:xfrm>
            <a:off x="7009444" y="3925310"/>
            <a:ext cx="362903" cy="22860"/>
          </a:xfrm>
          <a:prstGeom prst="roundRect">
            <a:avLst>
              <a:gd name="adj" fmla="val 119070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s-ES" sz="2400" noProof="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156" y="5935087"/>
            <a:ext cx="136088" cy="1360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24236" y="3794936"/>
            <a:ext cx="6299446" cy="319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s-ES" sz="2000" b="1" noProof="0" dirty="0">
                <a:solidFill>
                  <a:srgbClr val="0BABB6"/>
                </a:solidFill>
                <a:ea typeface="Sora Medium" pitchFamily="34" charset="-122"/>
                <a:cs typeface="Sora Medium" pitchFamily="34" charset="-120"/>
              </a:rPr>
              <a:t>Funcionalidades Avanzadas: Inteligencia Artificial</a:t>
            </a:r>
            <a:endParaRPr lang="es-ES" sz="2000" b="1" noProof="0" dirty="0">
              <a:solidFill>
                <a:srgbClr val="0BABB6"/>
              </a:solidFill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9BDB0973-D89D-1FD3-5432-EC1E681113F2}"/>
              </a:ext>
            </a:extLst>
          </p:cNvPr>
          <p:cNvSpPr/>
          <p:nvPr/>
        </p:nvSpPr>
        <p:spPr>
          <a:xfrm>
            <a:off x="8052437" y="6373874"/>
            <a:ext cx="57956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50"/>
              </a:lnSpc>
              <a:buSzPct val="100000"/>
              <a:buFontTx/>
              <a:buChar char="•"/>
            </a:pPr>
            <a:r>
              <a:rPr lang="es-ES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Tarjetas de Aprendizaje</a:t>
            </a:r>
            <a:endParaRPr lang="es-ES" b="1" noProof="0" dirty="0"/>
          </a:p>
        </p:txBody>
      </p:sp>
      <p:sp>
        <p:nvSpPr>
          <p:cNvPr id="2" name="Text 16">
            <a:extLst>
              <a:ext uri="{FF2B5EF4-FFF2-40B4-BE49-F238E27FC236}">
                <a16:creationId xmlns:a16="http://schemas.microsoft.com/office/drawing/2014/main" id="{D84BC288-7FD7-196D-73E8-AE319E6521C4}"/>
              </a:ext>
            </a:extLst>
          </p:cNvPr>
          <p:cNvSpPr/>
          <p:nvPr/>
        </p:nvSpPr>
        <p:spPr>
          <a:xfrm>
            <a:off x="8052436" y="6688276"/>
            <a:ext cx="579560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50"/>
              </a:lnSpc>
              <a:buSzPct val="100000"/>
              <a:buChar char="•"/>
            </a:pPr>
            <a:r>
              <a:rPr lang="es-ES" b="1" noProof="0" dirty="0">
                <a:solidFill>
                  <a:srgbClr val="E0D6DE"/>
                </a:solidFill>
                <a:latin typeface="Noto Sans TC"/>
                <a:ea typeface="Noto Sans TC"/>
              </a:rPr>
              <a:t>Chatbot IA</a:t>
            </a:r>
            <a:endParaRPr lang="es-ES" b="1" noProof="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2C9CF320-F210-B603-460F-C638DDF9A3CC}"/>
              </a:ext>
            </a:extLst>
          </p:cNvPr>
          <p:cNvSpPr/>
          <p:nvPr/>
        </p:nvSpPr>
        <p:spPr>
          <a:xfrm>
            <a:off x="7315200" y="2651194"/>
            <a:ext cx="362903" cy="22860"/>
          </a:xfrm>
          <a:prstGeom prst="roundRect">
            <a:avLst>
              <a:gd name="adj" fmla="val 119070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0FBEE309-08D1-E0CA-D804-C98F9F115E5E}"/>
              </a:ext>
            </a:extLst>
          </p:cNvPr>
          <p:cNvSpPr/>
          <p:nvPr/>
        </p:nvSpPr>
        <p:spPr>
          <a:xfrm>
            <a:off x="8063865" y="2520821"/>
            <a:ext cx="398133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2000" b="1" noProof="0" dirty="0">
                <a:solidFill>
                  <a:srgbClr val="0BABB6"/>
                </a:solidFill>
                <a:ea typeface="Sora Medium" pitchFamily="34" charset="-122"/>
                <a:cs typeface="Sora Medium" pitchFamily="34" charset="-120"/>
              </a:rPr>
              <a:t>MVP: Producto Mínimo Viable</a:t>
            </a:r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B7623FB3-A9B8-CE9A-F5C1-8B94491FA4B3}"/>
              </a:ext>
            </a:extLst>
          </p:cNvPr>
          <p:cNvSpPr/>
          <p:nvPr/>
        </p:nvSpPr>
        <p:spPr>
          <a:xfrm>
            <a:off x="6963725" y="7116607"/>
            <a:ext cx="362903" cy="22860"/>
          </a:xfrm>
          <a:prstGeom prst="roundRect">
            <a:avLst>
              <a:gd name="adj" fmla="val 119070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1D209359-4C7C-19B9-DC91-C48C418FD921}"/>
              </a:ext>
            </a:extLst>
          </p:cNvPr>
          <p:cNvSpPr/>
          <p:nvPr/>
        </p:nvSpPr>
        <p:spPr>
          <a:xfrm>
            <a:off x="850699" y="6986234"/>
            <a:ext cx="572726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s-ES" sz="2000" b="1" noProof="0" dirty="0">
                <a:solidFill>
                  <a:srgbClr val="0BABB6"/>
                </a:solidFill>
                <a:ea typeface="Sora Medium" pitchFamily="34" charset="-122"/>
                <a:cs typeface="Sora Medium" pitchFamily="34" charset="-120"/>
              </a:rPr>
              <a:t>Agradecimientos</a:t>
            </a:r>
            <a:endParaRPr lang="es-ES" sz="2000" b="1" noProof="0" dirty="0">
              <a:solidFill>
                <a:srgbClr val="0BABB6"/>
              </a:solidFill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D7C60432-2654-B5A6-EBA2-05B5527F6D96}"/>
              </a:ext>
            </a:extLst>
          </p:cNvPr>
          <p:cNvSpPr/>
          <p:nvPr/>
        </p:nvSpPr>
        <p:spPr>
          <a:xfrm>
            <a:off x="324236" y="351664"/>
            <a:ext cx="1402646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3600" b="1" u="sng" dirty="0">
                <a:solidFill>
                  <a:srgbClr val="0BABB6"/>
                </a:solidFill>
              </a:rPr>
              <a:t>Índice</a:t>
            </a:r>
            <a:endParaRPr lang="es-ES" sz="3550" b="1" u="sng" noProof="0" dirty="0">
              <a:solidFill>
                <a:srgbClr val="0BABB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89" y="404000"/>
            <a:ext cx="1279522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3600" b="1" dirty="0">
                <a:solidFill>
                  <a:srgbClr val="0BABB6"/>
                </a:solidFill>
              </a:rPr>
              <a:t>Stack Técnico</a:t>
            </a:r>
          </a:p>
        </p:txBody>
      </p:sp>
      <p:sp>
        <p:nvSpPr>
          <p:cNvPr id="5" name="Text 3"/>
          <p:cNvSpPr/>
          <p:nvPr/>
        </p:nvSpPr>
        <p:spPr>
          <a:xfrm>
            <a:off x="516354" y="1004194"/>
            <a:ext cx="5733839" cy="5130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280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David Corredor Miguel</a:t>
            </a:r>
            <a:endParaRPr lang="es-ES" sz="2800" noProof="0" dirty="0"/>
          </a:p>
        </p:txBody>
      </p:sp>
      <p:sp>
        <p:nvSpPr>
          <p:cNvPr id="6" name="Text 4"/>
          <p:cNvSpPr/>
          <p:nvPr/>
        </p:nvSpPr>
        <p:spPr>
          <a:xfrm>
            <a:off x="516354" y="1744047"/>
            <a:ext cx="6244709" cy="647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2800" u="sng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s-ES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516354" y="2311023"/>
            <a:ext cx="6244709" cy="647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s-ES" sz="2800" u="sng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s-ES" sz="2800" noProof="0" dirty="0"/>
          </a:p>
        </p:txBody>
      </p:sp>
      <p:sp>
        <p:nvSpPr>
          <p:cNvPr id="9" name="Text 6"/>
          <p:cNvSpPr/>
          <p:nvPr/>
        </p:nvSpPr>
        <p:spPr>
          <a:xfrm>
            <a:off x="8639889" y="127920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26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Estudios</a:t>
            </a:r>
            <a:endParaRPr lang="es-ES" sz="2650" noProof="0" dirty="0"/>
          </a:p>
        </p:txBody>
      </p:sp>
      <p:sp>
        <p:nvSpPr>
          <p:cNvPr id="10" name="Text 7"/>
          <p:cNvSpPr/>
          <p:nvPr/>
        </p:nvSpPr>
        <p:spPr>
          <a:xfrm>
            <a:off x="6809591" y="1876734"/>
            <a:ext cx="7643203" cy="30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Fundación Adecco (Madrid): </a:t>
            </a:r>
            <a:r>
              <a:rPr lang="es-ES" sz="175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Curso de React (2025 - 2026)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Specialisterne (Madrid): </a:t>
            </a:r>
            <a:r>
              <a:rPr lang="es-ES" sz="175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Curso Certificado de Testing y Python (2025)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F.P. Juan XXIII (Alcorcón): </a:t>
            </a:r>
          </a:p>
          <a:p>
            <a:pPr algn="l">
              <a:lnSpc>
                <a:spcPct val="150000"/>
              </a:lnSpc>
              <a:buSzPct val="100000"/>
            </a:pPr>
            <a:r>
              <a:rPr lang="es-ES" sz="175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Doble Grado Superior: Desarrollo Aplicaciones Web (2021 - 2023) y </a:t>
            </a:r>
          </a:p>
          <a:p>
            <a:pPr algn="l">
              <a:lnSpc>
                <a:spcPct val="150000"/>
              </a:lnSpc>
              <a:buSzPct val="100000"/>
            </a:pPr>
            <a:r>
              <a:rPr lang="es-ES" sz="175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Desarrollo Aplicaciones Multiplataforma (2023 - 2024)</a:t>
            </a: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2825" y="6420521"/>
            <a:ext cx="1461908" cy="1169404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5288" y="6420522"/>
            <a:ext cx="1461908" cy="1169404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3385" y="6165517"/>
            <a:ext cx="1793297" cy="1434487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488" y="6420522"/>
            <a:ext cx="2209590" cy="1169403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0789" y="6443581"/>
            <a:ext cx="2317169" cy="1169403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964" y="6443581"/>
            <a:ext cx="1597725" cy="1169403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70976" y="6443580"/>
            <a:ext cx="1461908" cy="1169404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86616" y="6443580"/>
            <a:ext cx="1461908" cy="11694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74C305A-4B5D-B718-95EE-84B1D0DDE7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3210" y="1777265"/>
            <a:ext cx="2839738" cy="391687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CD74DF8-C71C-98C0-27EF-DF8D9907FC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400" y="5499139"/>
            <a:ext cx="2257425" cy="2028825"/>
          </a:xfrm>
          <a:prstGeom prst="rect">
            <a:avLst/>
          </a:prstGeom>
        </p:spPr>
      </p:pic>
      <p:pic>
        <p:nvPicPr>
          <p:cNvPr id="2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C882EDF4-09DF-EB00-5D8F-48DEC3C0EF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56359" y="4347015"/>
            <a:ext cx="4622498" cy="1273532"/>
          </a:xfrm>
          <a:prstGeom prst="rect">
            <a:avLst/>
          </a:prstGeom>
        </p:spPr>
      </p:pic>
      <p:pic>
        <p:nvPicPr>
          <p:cNvPr id="8" name="Imagen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E4BBC55-045C-D321-4567-E6C0645B68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69374" y="4130745"/>
            <a:ext cx="3057187" cy="1506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9259" y="351664"/>
            <a:ext cx="1330401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3600" b="1" dirty="0">
                <a:solidFill>
                  <a:srgbClr val="0BABB6"/>
                </a:solidFill>
              </a:rPr>
              <a:t>Stack Técnico</a:t>
            </a:r>
            <a:endParaRPr lang="es-ES" sz="3550" b="1" noProof="0" dirty="0">
              <a:solidFill>
                <a:srgbClr val="0BABB6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55787" y="505609"/>
            <a:ext cx="4844552" cy="12824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280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Iker Martínez Velasco</a:t>
            </a:r>
          </a:p>
        </p:txBody>
      </p:sp>
      <p:sp>
        <p:nvSpPr>
          <p:cNvPr id="6" name="Text 4"/>
          <p:cNvSpPr/>
          <p:nvPr/>
        </p:nvSpPr>
        <p:spPr>
          <a:xfrm>
            <a:off x="423388" y="2042261"/>
            <a:ext cx="1535513" cy="524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2800" u="sng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s-ES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457227" y="2765417"/>
            <a:ext cx="1467835" cy="524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2800" u="sng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s-ES" sz="2800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248" y="6302821"/>
            <a:ext cx="1872391" cy="137291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1358" y="6302821"/>
            <a:ext cx="1872391" cy="137291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8905" y="6048180"/>
            <a:ext cx="2232869" cy="1637227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9812" y="6231492"/>
            <a:ext cx="2617414" cy="137291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65237" y="6180339"/>
            <a:ext cx="2724334" cy="1372910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E4DF6A2D-27F9-BD25-F540-08E9CB31831D}"/>
              </a:ext>
            </a:extLst>
          </p:cNvPr>
          <p:cNvSpPr/>
          <p:nvPr/>
        </p:nvSpPr>
        <p:spPr>
          <a:xfrm>
            <a:off x="8675385" y="112865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26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Estudios</a:t>
            </a:r>
            <a:endParaRPr lang="es-ES" sz="2650" noProof="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5F3598F5-6457-05A4-0DB5-18C04AC2803A}"/>
              </a:ext>
            </a:extLst>
          </p:cNvPr>
          <p:cNvSpPr/>
          <p:nvPr/>
        </p:nvSpPr>
        <p:spPr>
          <a:xfrm>
            <a:off x="7179310" y="1539971"/>
            <a:ext cx="7282404" cy="252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Fundación Adecco (</a:t>
            </a:r>
            <a:r>
              <a:rPr lang="es-E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Alicante</a:t>
            </a: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): Curso de React (2025 - 2026)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Grado Superior en Desarrollo de Aplicaciones Web (</a:t>
            </a:r>
            <a:r>
              <a:rPr lang="es-ES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 curso</a:t>
            </a: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s-ES" sz="2400" dirty="0">
                <a:solidFill>
                  <a:schemeClr val="bg1"/>
                </a:solidFill>
              </a:rPr>
              <a:t> </a:t>
            </a:r>
            <a:r>
              <a:rPr lang="es-ES" sz="2400" b="1" dirty="0">
                <a:solidFill>
                  <a:schemeClr val="bg1"/>
                </a:solidFill>
              </a:rPr>
              <a:t>En búsqueda activa de prácticas formativas (DAW) </a:t>
            </a:r>
            <a:endParaRPr lang="es-ES" sz="2400" b="1" noProof="0" dirty="0">
              <a:solidFill>
                <a:schemeClr val="bg1"/>
              </a:solidFill>
              <a:latin typeface="Noto Sans TC" pitchFamily="34" charset="0"/>
              <a:ea typeface="Noto Sans TC" pitchFamily="34" charset="-122"/>
              <a:cs typeface="Noto Sans TC" pitchFamily="34" charset="-12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DCAD513-B475-0789-0220-567D0CB79E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583" y="6180340"/>
            <a:ext cx="1779099" cy="1372910"/>
          </a:xfrm>
          <a:prstGeom prst="rect">
            <a:avLst/>
          </a:prstGeom>
        </p:spPr>
      </p:pic>
      <p:pic>
        <p:nvPicPr>
          <p:cNvPr id="11" name="Imagen 10" descr="Un hombre sonriendo&#10;&#10;El contenido generado por IA puede ser incorrecto.">
            <a:extLst>
              <a:ext uri="{FF2B5EF4-FFF2-40B4-BE49-F238E27FC236}">
                <a16:creationId xmlns:a16="http://schemas.microsoft.com/office/drawing/2014/main" id="{9098A1EC-5D21-3277-6F67-0E357D8F4A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8901" y="1696878"/>
            <a:ext cx="4844552" cy="4546692"/>
          </a:xfrm>
          <a:prstGeom prst="rect">
            <a:avLst/>
          </a:prstGeom>
        </p:spPr>
      </p:pic>
      <p:pic>
        <p:nvPicPr>
          <p:cNvPr id="40" name="Imagen 39" descr="Logotipo&#10;&#10;El contenido generado por IA puede ser incorrecto.">
            <a:extLst>
              <a:ext uri="{FF2B5EF4-FFF2-40B4-BE49-F238E27FC236}">
                <a16:creationId xmlns:a16="http://schemas.microsoft.com/office/drawing/2014/main" id="{F05D5BEC-8A3C-4E8D-33BE-CA81875F6B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0749" y="4906807"/>
            <a:ext cx="4622498" cy="1273532"/>
          </a:xfrm>
          <a:prstGeom prst="rect">
            <a:avLst/>
          </a:prstGeom>
        </p:spPr>
      </p:pic>
      <p:pic>
        <p:nvPicPr>
          <p:cNvPr id="49" name="Imagen 4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1DA110E-8C99-E250-6BA2-BB918CEB3D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73764" y="4957960"/>
            <a:ext cx="3057187" cy="1506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38225" y="9563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26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Ivan Goded Carrete</a:t>
            </a:r>
            <a:endParaRPr lang="es-ES" sz="2650" noProof="0" dirty="0"/>
          </a:p>
        </p:txBody>
      </p:sp>
      <p:sp>
        <p:nvSpPr>
          <p:cNvPr id="6" name="Text 4"/>
          <p:cNvSpPr/>
          <p:nvPr/>
        </p:nvSpPr>
        <p:spPr>
          <a:xfrm>
            <a:off x="638224" y="2332843"/>
            <a:ext cx="1394970" cy="576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2800" u="sng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s-ES" sz="2800" noProof="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9565" y="5212752"/>
            <a:ext cx="1733263" cy="1386465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262" y="5192014"/>
            <a:ext cx="1733263" cy="1386465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6771" y="4889283"/>
            <a:ext cx="2137642" cy="1709934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E705DCAA-15F0-36F9-2A3B-F7BD189F1C32}"/>
              </a:ext>
            </a:extLst>
          </p:cNvPr>
          <p:cNvSpPr/>
          <p:nvPr/>
        </p:nvSpPr>
        <p:spPr>
          <a:xfrm>
            <a:off x="8484323" y="86546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26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Estudios</a:t>
            </a:r>
            <a:endParaRPr lang="es-ES" sz="2650" noProof="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020D31D-02F7-25A8-0C55-3BFE9E0C8C29}"/>
              </a:ext>
            </a:extLst>
          </p:cNvPr>
          <p:cNvSpPr/>
          <p:nvPr/>
        </p:nvSpPr>
        <p:spPr>
          <a:xfrm>
            <a:off x="6508376" y="1316066"/>
            <a:ext cx="7949901" cy="36539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Fundación Adecco (Madrid): </a:t>
            </a:r>
            <a:r>
              <a:rPr lang="es-ES" sz="175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Curso de React (2025 - 2026)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b="1" noProof="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Certi</a:t>
            </a:r>
            <a:r>
              <a:rPr lang="es-E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</a:t>
            </a: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cado de Profesionalidad en Seguridad Informática (2024 – 2025)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s-E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IES Tetuán de las Victorias: </a:t>
            </a:r>
          </a:p>
          <a:p>
            <a:pPr>
              <a:lnSpc>
                <a:spcPct val="150000"/>
              </a:lnSpc>
              <a:buSzPct val="100000"/>
            </a:pPr>
            <a:r>
              <a:rPr lang="es-E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      Grado Superior en Desarrollo de Aplicaciones Web (2015 - 2017)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JR Otero: </a:t>
            </a:r>
            <a:r>
              <a:rPr lang="es-ES" sz="175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Grado Medio Sistemas Microinformáticos y Redes  (2010 – 2012)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SAP </a:t>
            </a:r>
            <a:r>
              <a:rPr lang="es-ES" sz="1750" b="1" noProof="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Netweaver</a:t>
            </a: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ABAP  (Mar – Jun 2017)</a:t>
            </a:r>
          </a:p>
        </p:txBody>
      </p:sp>
      <p:pic>
        <p:nvPicPr>
          <p:cNvPr id="2" name="Image 4" descr="preencoded.png">
            <a:extLst>
              <a:ext uri="{FF2B5EF4-FFF2-40B4-BE49-F238E27FC236}">
                <a16:creationId xmlns:a16="http://schemas.microsoft.com/office/drawing/2014/main" id="{17BEC1F0-A51E-2F05-454C-C192FE5612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6653" y="5344149"/>
            <a:ext cx="2209590" cy="1169403"/>
          </a:xfrm>
          <a:prstGeom prst="rect">
            <a:avLst/>
          </a:prstGeom>
        </p:spPr>
      </p:pic>
      <p:pic>
        <p:nvPicPr>
          <p:cNvPr id="3" name="Image 7" descr="preencoded.png">
            <a:extLst>
              <a:ext uri="{FF2B5EF4-FFF2-40B4-BE49-F238E27FC236}">
                <a16:creationId xmlns:a16="http://schemas.microsoft.com/office/drawing/2014/main" id="{30748759-B339-0CB7-59E4-B780E45472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1043" y="6513552"/>
            <a:ext cx="1461908" cy="1169404"/>
          </a:xfrm>
          <a:prstGeom prst="rect">
            <a:avLst/>
          </a:prstGeom>
        </p:spPr>
      </p:pic>
      <p:pic>
        <p:nvPicPr>
          <p:cNvPr id="8" name="Image 5" descr="preencoded.png">
            <a:extLst>
              <a:ext uri="{FF2B5EF4-FFF2-40B4-BE49-F238E27FC236}">
                <a16:creationId xmlns:a16="http://schemas.microsoft.com/office/drawing/2014/main" id="{E90B547B-AAB1-F404-A333-7094542665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0726" y="6599217"/>
            <a:ext cx="2317169" cy="1169403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085DB037-2643-3753-2614-DDA1E42FEF90}"/>
              </a:ext>
            </a:extLst>
          </p:cNvPr>
          <p:cNvSpPr/>
          <p:nvPr/>
        </p:nvSpPr>
        <p:spPr>
          <a:xfrm>
            <a:off x="638224" y="1661467"/>
            <a:ext cx="6244709" cy="576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2800" u="sng" noProof="0" dirty="0">
                <a:solidFill>
                  <a:srgbClr val="97B8FF"/>
                </a:solidFill>
                <a:latin typeface="Noto Sans TC"/>
                <a:ea typeface="Noto Sans TC"/>
                <a:cs typeface="Noto Sans TC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(cambiar enlace)</a:t>
            </a:r>
            <a:endParaRPr lang="es-ES" sz="2800" noProof="0" dirty="0">
              <a:latin typeface="Noto Sans TC"/>
              <a:ea typeface="Noto Sans TC"/>
              <a:hlinkClick r:id="rId10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D530669-7176-7ADD-0622-7AEE964797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400" y="5499139"/>
            <a:ext cx="2257425" cy="2028825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E834E0B1-5E0E-ECC2-CD8F-21BDAA4A70BA}"/>
              </a:ext>
            </a:extLst>
          </p:cNvPr>
          <p:cNvSpPr/>
          <p:nvPr/>
        </p:nvSpPr>
        <p:spPr>
          <a:xfrm>
            <a:off x="799259" y="351664"/>
            <a:ext cx="1330401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3600" b="1" dirty="0">
                <a:solidFill>
                  <a:srgbClr val="0BABB6"/>
                </a:solidFill>
              </a:rPr>
              <a:t>Stack Técnico</a:t>
            </a:r>
            <a:endParaRPr lang="es-ES" sz="3550" b="1" noProof="0" dirty="0">
              <a:solidFill>
                <a:srgbClr val="0BABB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FC27-C219-DCD4-2E9D-316CEDF66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56F71887-1E18-70E9-367D-0BB9890E4B76}"/>
              </a:ext>
            </a:extLst>
          </p:cNvPr>
          <p:cNvSpPr/>
          <p:nvPr/>
        </p:nvSpPr>
        <p:spPr>
          <a:xfrm>
            <a:off x="735985" y="1294941"/>
            <a:ext cx="367819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ES" sz="2650" noProof="0" dirty="0">
                <a:solidFill>
                  <a:srgbClr val="97B8FF"/>
                </a:solidFill>
                <a:latin typeface="Sora Medium"/>
                <a:cs typeface="Sora Medium"/>
              </a:rPr>
              <a:t>Noelia </a:t>
            </a:r>
            <a:r>
              <a:rPr lang="es-ES" sz="2650" noProof="0" dirty="0" err="1">
                <a:solidFill>
                  <a:srgbClr val="97B8FF"/>
                </a:solidFill>
                <a:latin typeface="Sora Medium"/>
                <a:cs typeface="Sora Medium"/>
              </a:rPr>
              <a:t>Alafarga</a:t>
            </a:r>
            <a:r>
              <a:rPr lang="es-ES" sz="2650" noProof="0" dirty="0">
                <a:solidFill>
                  <a:srgbClr val="97B8FF"/>
                </a:solidFill>
                <a:latin typeface="Sora Medium"/>
                <a:cs typeface="Sora Medium"/>
              </a:rPr>
              <a:t> Paya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F0689C2-FE47-3BDD-2873-00E5D7A1F4EC}"/>
              </a:ext>
            </a:extLst>
          </p:cNvPr>
          <p:cNvSpPr/>
          <p:nvPr/>
        </p:nvSpPr>
        <p:spPr>
          <a:xfrm>
            <a:off x="735985" y="199166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750" u="sng" noProof="0" dirty="0">
                <a:solidFill>
                  <a:srgbClr val="97B8FF"/>
                </a:solidFill>
                <a:latin typeface="Noto Sans TC"/>
                <a:ea typeface="Noto Sans TC"/>
                <a:cs typeface="Noto Sans T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s-ES" sz="1750" noProof="0" dirty="0">
              <a:latin typeface="Noto Sans TC"/>
              <a:ea typeface="Noto Sans TC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36587E-81F9-0D4A-F273-30823100F62B}"/>
              </a:ext>
            </a:extLst>
          </p:cNvPr>
          <p:cNvSpPr/>
          <p:nvPr/>
        </p:nvSpPr>
        <p:spPr>
          <a:xfrm>
            <a:off x="735985" y="247214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750" u="sng" noProof="0" dirty="0">
                <a:solidFill>
                  <a:srgbClr val="97B8FF"/>
                </a:solidFill>
                <a:latin typeface="Noto Sans TC"/>
                <a:ea typeface="Noto Sans TC"/>
                <a:cs typeface="Noto Sans T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s-ES" sz="1750" noProof="0" dirty="0">
              <a:latin typeface="Noto Sans TC"/>
              <a:ea typeface="Noto Sans TC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4CE887-8E0B-74DE-C225-3467CF9F6AE1}"/>
              </a:ext>
            </a:extLst>
          </p:cNvPr>
          <p:cNvSpPr/>
          <p:nvPr/>
        </p:nvSpPr>
        <p:spPr>
          <a:xfrm>
            <a:off x="8582084" y="96597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26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Estudios</a:t>
            </a:r>
            <a:endParaRPr lang="es-ES" sz="2650" noProof="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4915F3ED-1F99-35B4-47B7-82F7306B39D9}"/>
              </a:ext>
            </a:extLst>
          </p:cNvPr>
          <p:cNvSpPr/>
          <p:nvPr/>
        </p:nvSpPr>
        <p:spPr>
          <a:xfrm>
            <a:off x="6852622" y="1416576"/>
            <a:ext cx="7542368" cy="252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b="1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Fundación Adecco (Madrid): </a:t>
            </a:r>
            <a:r>
              <a:rPr lang="es-ES" sz="175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Curso de React (2025 - 2026)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Especialización en Inteligencia Artificial y Big Data (2025 – actualidad)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s-ES" sz="175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Grado Superior en Desarrollo de Aplicaciones Web (2023 – 2025)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605DB4C-7F52-D612-A7AD-54044C337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2622" y="3847416"/>
            <a:ext cx="7657606" cy="438218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4DA1B2C-CC4D-609B-0EBE-4AA6159C6C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2073" y="1884611"/>
            <a:ext cx="3849786" cy="5403208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0F1E2A84-C76B-B902-B473-6F1EE1FC44FE}"/>
              </a:ext>
            </a:extLst>
          </p:cNvPr>
          <p:cNvSpPr/>
          <p:nvPr/>
        </p:nvSpPr>
        <p:spPr>
          <a:xfrm>
            <a:off x="799259" y="351664"/>
            <a:ext cx="1330401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3600" b="1" dirty="0">
                <a:solidFill>
                  <a:srgbClr val="0BABB6"/>
                </a:solidFill>
              </a:rPr>
              <a:t>Stack Técnico</a:t>
            </a:r>
            <a:endParaRPr lang="es-ES" sz="3550" b="1" noProof="0" dirty="0">
              <a:solidFill>
                <a:srgbClr val="0BAB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477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5761" y="387275"/>
            <a:ext cx="13158878" cy="1226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480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Descripción del Proyecto</a:t>
            </a:r>
            <a:endParaRPr lang="es-ES" sz="4800" noProof="0" dirty="0"/>
          </a:p>
        </p:txBody>
      </p:sp>
      <p:sp>
        <p:nvSpPr>
          <p:cNvPr id="5" name="Text 3"/>
          <p:cNvSpPr/>
          <p:nvPr/>
        </p:nvSpPr>
        <p:spPr>
          <a:xfrm>
            <a:off x="336151" y="1818042"/>
            <a:ext cx="9700734" cy="5723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4400" noProof="0" dirty="0" err="1">
                <a:solidFill>
                  <a:srgbClr val="0BABB6"/>
                </a:solidFill>
                <a:latin typeface="Sora Medium" pitchFamily="34" charset="0"/>
                <a:cs typeface="Sora Medium" pitchFamily="34" charset="-120"/>
              </a:rPr>
              <a:t>Tech</a:t>
            </a:r>
            <a:r>
              <a:rPr lang="es-ES" sz="4400" noProof="0" dirty="0">
                <a:solidFill>
                  <a:srgbClr val="0BABB6"/>
                </a:solidFill>
                <a:latin typeface="Sora Medium" pitchFamily="34" charset="0"/>
                <a:cs typeface="Sora Medium" pitchFamily="34" charset="-120"/>
              </a:rPr>
              <a:t> </a:t>
            </a:r>
            <a:r>
              <a:rPr lang="es-ES" sz="4400" noProof="0" dirty="0">
                <a:solidFill>
                  <a:srgbClr val="154D7F"/>
                </a:solidFill>
                <a:latin typeface="Sora Medium" pitchFamily="34" charset="0"/>
                <a:cs typeface="Sora Medium" pitchFamily="34" charset="-120"/>
              </a:rPr>
              <a:t>&amp;</a:t>
            </a:r>
            <a:r>
              <a:rPr lang="es-ES" sz="4400" noProof="0" dirty="0">
                <a:solidFill>
                  <a:srgbClr val="0BABB6"/>
                </a:solidFill>
                <a:latin typeface="Sora Medium" pitchFamily="34" charset="0"/>
                <a:cs typeface="Sora Medium" pitchFamily="34" charset="-120"/>
              </a:rPr>
              <a:t> </a:t>
            </a:r>
            <a:r>
              <a:rPr lang="es-ES" sz="4400" noProof="0" dirty="0">
                <a:solidFill>
                  <a:srgbClr val="FFC000"/>
                </a:solidFill>
                <a:latin typeface="Sora Medium" pitchFamily="34" charset="0"/>
                <a:cs typeface="Sora Medium" pitchFamily="34" charset="-120"/>
              </a:rPr>
              <a:t>Learn</a:t>
            </a:r>
            <a:r>
              <a:rPr lang="es-ES" sz="4400" noProof="0" dirty="0">
                <a:solidFill>
                  <a:srgbClr val="0BABB6"/>
                </a:solidFill>
                <a:latin typeface="Sora Medium" pitchFamily="34" charset="0"/>
                <a:cs typeface="Sora Medium" pitchFamily="34" charset="-120"/>
              </a:rPr>
              <a:t> </a:t>
            </a:r>
            <a:r>
              <a:rPr lang="es-ES" sz="44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 una plataforma de e-</a:t>
            </a:r>
            <a:r>
              <a:rPr lang="es-ES" sz="4400" noProof="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commerce</a:t>
            </a:r>
            <a:r>
              <a:rPr lang="es-ES" sz="44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desarrollada en React. </a:t>
            </a:r>
          </a:p>
          <a:p>
            <a:endParaRPr lang="es-ES" sz="4400" noProof="0" dirty="0">
              <a:solidFill>
                <a:srgbClr val="E0D6DE"/>
              </a:solidFill>
              <a:latin typeface="Noto Sans TC" pitchFamily="34" charset="0"/>
              <a:ea typeface="Noto Sans TC" pitchFamily="34" charset="-122"/>
              <a:cs typeface="Noto Sans TC" pitchFamily="34" charset="-120"/>
            </a:endParaRPr>
          </a:p>
          <a:p>
            <a:r>
              <a:rPr lang="es-ES" sz="44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Tarjetas de aprendizaje. </a:t>
            </a:r>
          </a:p>
          <a:p>
            <a:endParaRPr lang="es-ES" sz="4400" noProof="0" dirty="0">
              <a:solidFill>
                <a:srgbClr val="E0D6DE"/>
              </a:solidFill>
              <a:latin typeface="Noto Sans TC" pitchFamily="34" charset="0"/>
              <a:ea typeface="Noto Sans TC" pitchFamily="34" charset="-122"/>
              <a:cs typeface="Noto Sans TC" pitchFamily="34" charset="-120"/>
            </a:endParaRPr>
          </a:p>
          <a:p>
            <a:r>
              <a:rPr lang="es-ES" sz="4400" noProof="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Chatbot</a:t>
            </a:r>
            <a:r>
              <a:rPr lang="es-ES" sz="44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con IA.</a:t>
            </a:r>
          </a:p>
          <a:p>
            <a:endParaRPr lang="es-ES" sz="4400" noProof="0" dirty="0"/>
          </a:p>
          <a:p>
            <a:pPr marL="0" indent="0" algn="l">
              <a:buNone/>
            </a:pPr>
            <a:endParaRPr lang="es-ES" sz="4400" noProof="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296A2B46-28BE-6B30-0EB6-9E81E704F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056" y="2093621"/>
            <a:ext cx="5389194" cy="53891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62439" y="5123931"/>
            <a:ext cx="58602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4450" b="1" noProof="0" dirty="0">
                <a:solidFill>
                  <a:srgbClr val="FF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Boceto</a:t>
            </a:r>
            <a:endParaRPr lang="es-ES" sz="4450" b="1" noProof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386283"/>
            <a:ext cx="13115848" cy="869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360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MVP: Producto Mínimo Viable</a:t>
            </a:r>
            <a:endParaRPr lang="es-ES" sz="3600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1581975"/>
            <a:ext cx="6508376" cy="869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280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Funcionalidades Clave de Tienda</a:t>
            </a:r>
            <a:endParaRPr lang="es-ES" sz="2800" noProof="0" dirty="0"/>
          </a:p>
        </p:txBody>
      </p:sp>
      <p:sp>
        <p:nvSpPr>
          <p:cNvPr id="6" name="Text 4"/>
          <p:cNvSpPr>
            <a:spLocks/>
          </p:cNvSpPr>
          <p:nvPr/>
        </p:nvSpPr>
        <p:spPr>
          <a:xfrm>
            <a:off x="233038" y="2352849"/>
            <a:ext cx="6967009" cy="26323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Amplio catálogo de productos con </a:t>
            </a:r>
            <a:r>
              <a:rPr lang="es-ES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filtro avanzado</a:t>
            </a: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</a:t>
            </a:r>
          </a:p>
          <a:p>
            <a:pPr marL="342900" indent="-342900">
              <a:buSzPct val="100000"/>
              <a:buChar char="•"/>
            </a:pP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Carrito de compra intuitivo y proceso de </a:t>
            </a:r>
            <a:r>
              <a:rPr lang="es-ES" noProof="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checkout</a:t>
            </a: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seguro.</a:t>
            </a:r>
          </a:p>
          <a:p>
            <a:pPr marL="342900" indent="-342900">
              <a:buSzPct val="100000"/>
              <a:buChar char="•"/>
            </a:pP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Visualización de </a:t>
            </a:r>
            <a:r>
              <a:rPr lang="es-ES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productos más vistos</a:t>
            </a: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en la página principal.</a:t>
            </a:r>
          </a:p>
          <a:p>
            <a:pPr marL="342900" indent="-342900">
              <a:buSzPct val="100000"/>
              <a:buChar char="•"/>
            </a:pP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Sugerencias de </a:t>
            </a:r>
            <a:r>
              <a:rPr lang="es-ES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productos relacionados</a:t>
            </a: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en sus detalles.</a:t>
            </a:r>
          </a:p>
          <a:p>
            <a:pPr marL="342900" indent="-342900">
              <a:buSzPct val="100000"/>
              <a:buChar char="•"/>
            </a:pP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Sistema de </a:t>
            </a:r>
            <a:r>
              <a:rPr lang="es-ES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paginación eficiente</a:t>
            </a: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para una navegación fluida.</a:t>
            </a:r>
          </a:p>
          <a:p>
            <a:pPr marL="342900" indent="-342900">
              <a:buSzPct val="100000"/>
              <a:buChar char="•"/>
            </a:pP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Productos favoritos del usuario.</a:t>
            </a:r>
          </a:p>
          <a:p>
            <a:pPr marL="342900" indent="-342900">
              <a:buSzPct val="100000"/>
              <a:buChar char="•"/>
            </a:pP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Visualización de </a:t>
            </a:r>
            <a:r>
              <a:rPr lang="es-ES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productos </a:t>
            </a: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 cuadricula o lista.</a:t>
            </a:r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8227281" y="5411777"/>
            <a:ext cx="6327815" cy="709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280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Tecnologías Utilizadas</a:t>
            </a:r>
            <a:endParaRPr lang="es-ES" sz="2800" noProof="0" dirty="0"/>
          </a:p>
        </p:txBody>
      </p:sp>
      <p:sp>
        <p:nvSpPr>
          <p:cNvPr id="12" name="Shape 10"/>
          <p:cNvSpPr/>
          <p:nvPr/>
        </p:nvSpPr>
        <p:spPr>
          <a:xfrm>
            <a:off x="8227281" y="6208436"/>
            <a:ext cx="6327815" cy="493991"/>
          </a:xfrm>
          <a:prstGeom prst="roundRect">
            <a:avLst>
              <a:gd name="adj" fmla="val 2669"/>
            </a:avLst>
          </a:prstGeom>
          <a:solidFill>
            <a:srgbClr val="0D0326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8385991" y="636714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50" noProof="0" dirty="0" err="1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Frontend</a:t>
            </a:r>
            <a:endParaRPr lang="es-ES" sz="1550" noProof="0" dirty="0"/>
          </a:p>
        </p:txBody>
      </p:sp>
      <p:sp>
        <p:nvSpPr>
          <p:cNvPr id="14" name="Text 12"/>
          <p:cNvSpPr/>
          <p:nvPr/>
        </p:nvSpPr>
        <p:spPr>
          <a:xfrm>
            <a:off x="9810867" y="6394889"/>
            <a:ext cx="3937363" cy="22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250" noProof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React, HTML, CSS, JavaScript</a:t>
            </a:r>
            <a:endParaRPr lang="es-ES" sz="1250" noProof="0" dirty="0"/>
          </a:p>
        </p:txBody>
      </p:sp>
      <p:sp>
        <p:nvSpPr>
          <p:cNvPr id="15" name="Shape 13"/>
          <p:cNvSpPr/>
          <p:nvPr/>
        </p:nvSpPr>
        <p:spPr>
          <a:xfrm>
            <a:off x="8227281" y="6897139"/>
            <a:ext cx="6327815" cy="493991"/>
          </a:xfrm>
          <a:prstGeom prst="roundRect">
            <a:avLst>
              <a:gd name="adj" fmla="val 2669"/>
            </a:avLst>
          </a:prstGeom>
          <a:solidFill>
            <a:srgbClr val="0D0326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8385991" y="705584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50" noProof="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Backend</a:t>
            </a:r>
            <a:endParaRPr lang="es-ES" sz="1550" noProof="0" dirty="0"/>
          </a:p>
        </p:txBody>
      </p:sp>
      <p:sp>
        <p:nvSpPr>
          <p:cNvPr id="17" name="Text 15"/>
          <p:cNvSpPr/>
          <p:nvPr/>
        </p:nvSpPr>
        <p:spPr>
          <a:xfrm>
            <a:off x="9810867" y="7045588"/>
            <a:ext cx="4496760" cy="25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250" noProof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Firebase</a:t>
            </a:r>
            <a:endParaRPr lang="es-ES" sz="1250" noProof="0" dirty="0"/>
          </a:p>
        </p:txBody>
      </p:sp>
      <p:sp>
        <p:nvSpPr>
          <p:cNvPr id="18" name="Shape 16"/>
          <p:cNvSpPr/>
          <p:nvPr/>
        </p:nvSpPr>
        <p:spPr>
          <a:xfrm>
            <a:off x="8227281" y="7603983"/>
            <a:ext cx="6327815" cy="557220"/>
          </a:xfrm>
          <a:prstGeom prst="roundRect">
            <a:avLst>
              <a:gd name="adj" fmla="val 2669"/>
            </a:avLst>
          </a:prstGeom>
          <a:solidFill>
            <a:srgbClr val="0D0326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9" name="Text 17"/>
          <p:cNvSpPr/>
          <p:nvPr/>
        </p:nvSpPr>
        <p:spPr>
          <a:xfrm>
            <a:off x="8385991" y="776269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50" noProof="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IA</a:t>
            </a:r>
            <a:endParaRPr lang="es-ES" sz="1550" noProof="0" dirty="0"/>
          </a:p>
        </p:txBody>
      </p:sp>
      <p:sp>
        <p:nvSpPr>
          <p:cNvPr id="20" name="Text 18"/>
          <p:cNvSpPr/>
          <p:nvPr/>
        </p:nvSpPr>
        <p:spPr>
          <a:xfrm>
            <a:off x="9185675" y="7743999"/>
            <a:ext cx="487452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250" noProof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</a:t>
            </a:r>
            <a:r>
              <a:rPr lang="es-ES" sz="1250" noProof="0" dirty="0" err="1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Bedrock</a:t>
            </a:r>
            <a:endParaRPr lang="es-ES" sz="1250" noProof="0" dirty="0"/>
          </a:p>
        </p:txBody>
      </p:sp>
      <p:sp>
        <p:nvSpPr>
          <p:cNvPr id="21" name="Text 19"/>
          <p:cNvSpPr/>
          <p:nvPr/>
        </p:nvSpPr>
        <p:spPr>
          <a:xfrm>
            <a:off x="7315200" y="1593401"/>
            <a:ext cx="7046259" cy="869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280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Valor Añadido y Experiencia de Usuario</a:t>
            </a:r>
            <a:endParaRPr lang="es-ES" sz="2800" noProof="0" dirty="0"/>
          </a:p>
        </p:txBody>
      </p:sp>
      <p:sp>
        <p:nvSpPr>
          <p:cNvPr id="22" name="Text 20"/>
          <p:cNvSpPr/>
          <p:nvPr/>
        </p:nvSpPr>
        <p:spPr>
          <a:xfrm>
            <a:off x="7430354" y="2594295"/>
            <a:ext cx="6967008" cy="189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" panose="020B0502040504020204" pitchFamily="34" charset="0"/>
              </a:rPr>
              <a:t>Integración de </a:t>
            </a:r>
            <a:r>
              <a:rPr lang="es-ES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" panose="020B0502040504020204" pitchFamily="34" charset="0"/>
              </a:rPr>
              <a:t>Chatbot IA</a:t>
            </a: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" panose="020B0502040504020204" pitchFamily="34" charset="0"/>
              </a:rPr>
              <a:t> para soporte instantáneo.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" panose="020B0502040504020204" pitchFamily="34" charset="0"/>
              </a:rPr>
              <a:t>Opciones de </a:t>
            </a:r>
            <a:r>
              <a:rPr lang="es-ES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" panose="020B0502040504020204" pitchFamily="34" charset="0"/>
              </a:rPr>
              <a:t>tema claro/oscuro</a:t>
            </a: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" panose="020B0502040504020204" pitchFamily="34" charset="0"/>
              </a:rPr>
              <a:t> personalizables.</a:t>
            </a:r>
            <a:endParaRPr lang="es-ES" noProof="0" dirty="0"/>
          </a:p>
          <a:p>
            <a:pPr marL="342900" indent="-342900">
              <a:buSzPct val="100000"/>
              <a:buChar char="•"/>
            </a:pP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" panose="020B0502040504020204" pitchFamily="34" charset="0"/>
              </a:rPr>
              <a:t>Diseño </a:t>
            </a:r>
            <a:r>
              <a:rPr lang="es-ES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" panose="020B0502040504020204" pitchFamily="34" charset="0"/>
              </a:rPr>
              <a:t>responsivo</a:t>
            </a: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" panose="020B0502040504020204" pitchFamily="34" charset="0"/>
              </a:rPr>
              <a:t> para cualquier dispositivo.</a:t>
            </a:r>
          </a:p>
          <a:p>
            <a:pPr marL="342900" indent="-342900">
              <a:buSzPct val="100000"/>
              <a:buChar char="•"/>
            </a:pPr>
            <a:r>
              <a:rPr lang="es-ES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" panose="020B0502040504020204" pitchFamily="34" charset="0"/>
              </a:rPr>
              <a:t>Logotipo y branding distintivos para identidad de marca fuerte.</a:t>
            </a:r>
            <a:endParaRPr lang="es-ES" noProof="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20089ECC-A10D-B16D-95F8-C9BAA519E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705671"/>
            <a:ext cx="3399416" cy="33994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52727" y="361207"/>
            <a:ext cx="1362145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Estudio de Tiendas Online: </a:t>
            </a:r>
            <a:r>
              <a:rPr lang="es-ES" sz="3750" noProof="0" dirty="0" err="1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MediaMarkt</a:t>
            </a:r>
            <a:endParaRPr lang="es-ES" sz="3750" noProof="0" dirty="0"/>
          </a:p>
        </p:txBody>
      </p:sp>
      <p:sp>
        <p:nvSpPr>
          <p:cNvPr id="13" name="Text 11"/>
          <p:cNvSpPr/>
          <p:nvPr/>
        </p:nvSpPr>
        <p:spPr>
          <a:xfrm>
            <a:off x="3741385" y="1550851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Para más detalles, consulta: </a:t>
            </a:r>
            <a:r>
              <a:rPr lang="es-ES" sz="1500" u="sng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Estudio Mediamarkt.docx</a:t>
            </a:r>
            <a:endParaRPr lang="es-ES" sz="1500" noProof="0" dirty="0"/>
          </a:p>
        </p:txBody>
      </p:sp>
      <p:pic>
        <p:nvPicPr>
          <p:cNvPr id="16" name="Imagen 15" descr="Una captura de pantalla de una red social&#10;&#10;El contenido generado por IA puede ser incorrecto.">
            <a:extLst>
              <a:ext uri="{FF2B5EF4-FFF2-40B4-BE49-F238E27FC236}">
                <a16:creationId xmlns:a16="http://schemas.microsoft.com/office/drawing/2014/main" id="{87827608-D2D1-627F-566F-9AFB74C77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47" y="1907576"/>
            <a:ext cx="13834914" cy="6239415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DDFB4FF3-EA56-0599-4281-968B356556F8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A6BEA5C-F600-B9B4-421D-652D0B48A88B}"/>
              </a:ext>
            </a:extLst>
          </p:cNvPr>
          <p:cNvSpPr/>
          <p:nvPr/>
        </p:nvSpPr>
        <p:spPr>
          <a:xfrm>
            <a:off x="8349243" y="1257257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F449D-5E4E-AA00-5E27-646FBF0EF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CD1E3FE-A0EA-F95B-A6D8-1FA507A32BA3}"/>
              </a:ext>
            </a:extLst>
          </p:cNvPr>
          <p:cNvSpPr/>
          <p:nvPr/>
        </p:nvSpPr>
        <p:spPr>
          <a:xfrm>
            <a:off x="492576" y="646481"/>
            <a:ext cx="1362145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Estudio de Tiendas Online: Amazon</a:t>
            </a:r>
            <a:endParaRPr lang="es-ES" sz="3750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298E5A1-29AF-F7F0-0F4E-BCE81A80E2F0}"/>
              </a:ext>
            </a:extLst>
          </p:cNvPr>
          <p:cNvSpPr/>
          <p:nvPr/>
        </p:nvSpPr>
        <p:spPr>
          <a:xfrm>
            <a:off x="2987654" y="2298709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Para más detalles, consulta: </a:t>
            </a:r>
            <a:r>
              <a:rPr lang="es-ES" sz="1500" u="sng" noProof="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Estudio Amazon.docx</a:t>
            </a:r>
            <a:endParaRPr lang="es-ES" sz="1500" noProof="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ADCD39B1-2C77-44F8-ACB7-B17EB27CA439}"/>
              </a:ext>
            </a:extLst>
          </p:cNvPr>
          <p:cNvSpPr/>
          <p:nvPr/>
        </p:nvSpPr>
        <p:spPr>
          <a:xfrm>
            <a:off x="225427" y="1532768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9A84080F-21FA-8CB0-91EA-594D5CB03B85}"/>
              </a:ext>
            </a:extLst>
          </p:cNvPr>
          <p:cNvSpPr/>
          <p:nvPr/>
        </p:nvSpPr>
        <p:spPr>
          <a:xfrm>
            <a:off x="8489092" y="1542531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7B242A-455E-9EA1-E45E-61984212B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3" y="4212624"/>
            <a:ext cx="14616427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31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1B029-1181-F26B-F16D-26D205EE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F292354-B0CD-FDC4-121D-8ACE30A8AA2B}"/>
              </a:ext>
            </a:extLst>
          </p:cNvPr>
          <p:cNvSpPr/>
          <p:nvPr/>
        </p:nvSpPr>
        <p:spPr>
          <a:xfrm>
            <a:off x="471061" y="630370"/>
            <a:ext cx="7457325" cy="670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3750" noProof="0" dirty="0">
                <a:solidFill>
                  <a:srgbClr val="97B8FF"/>
                </a:solidFill>
                <a:latin typeface="Sora Medium"/>
                <a:cs typeface="Sora Medium"/>
              </a:rPr>
              <a:t>Funcionamiento del Chat Bot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4E35B4-7030-E571-6879-86C1AE593621}"/>
              </a:ext>
            </a:extLst>
          </p:cNvPr>
          <p:cNvSpPr/>
          <p:nvPr/>
        </p:nvSpPr>
        <p:spPr>
          <a:xfrm>
            <a:off x="719649" y="2276109"/>
            <a:ext cx="7637502" cy="176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noProof="0" dirty="0">
                <a:solidFill>
                  <a:srgbClr val="E0D6DE"/>
                </a:solidFill>
                <a:ea typeface="+mn-lt"/>
                <a:cs typeface="+mn-lt"/>
              </a:rPr>
              <a:t>Permitir que el usuario converse con un Bot </a:t>
            </a:r>
            <a:endParaRPr lang="es-E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noProof="0" dirty="0">
                <a:solidFill>
                  <a:srgbClr val="E0D6DE"/>
                </a:solidFill>
                <a:ea typeface="+mn-lt"/>
                <a:cs typeface="+mn-lt"/>
              </a:rPr>
              <a:t>Mostrar respuestas en tiempo real </a:t>
            </a:r>
            <a:endParaRPr lang="es-ES" sz="2000" noProof="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noProof="0" dirty="0">
                <a:solidFill>
                  <a:srgbClr val="E0D6DE"/>
                </a:solidFill>
                <a:ea typeface="+mn-lt"/>
                <a:cs typeface="+mn-lt"/>
              </a:rPr>
              <a:t>Mantener un historial de mensajes</a:t>
            </a:r>
            <a:endParaRPr lang="es-ES" sz="2000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5598968-8170-EF23-639C-62FA5AC0BC6D}"/>
              </a:ext>
            </a:extLst>
          </p:cNvPr>
          <p:cNvSpPr txBox="1"/>
          <p:nvPr/>
        </p:nvSpPr>
        <p:spPr>
          <a:xfrm>
            <a:off x="716692" y="1552405"/>
            <a:ext cx="7315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800" noProof="0" dirty="0">
                <a:solidFill>
                  <a:srgbClr val="00B0F0"/>
                </a:solidFill>
                <a:latin typeface="Corbel"/>
                <a:ea typeface="Corbel"/>
                <a:cs typeface="Corbel"/>
              </a:rPr>
              <a:t>Objetivo del sistema</a:t>
            </a:r>
            <a:endParaRPr lang="es-ES" sz="2800" noProof="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2E4C3E5-CF42-BAC2-0D4D-5484FE6F8D97}"/>
              </a:ext>
            </a:extLst>
          </p:cNvPr>
          <p:cNvSpPr/>
          <p:nvPr/>
        </p:nvSpPr>
        <p:spPr>
          <a:xfrm>
            <a:off x="614824" y="4566847"/>
            <a:ext cx="7637502" cy="324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noProof="0" dirty="0">
                <a:solidFill>
                  <a:srgbClr val="E0D6DE"/>
                </a:solidFill>
                <a:ea typeface="+mn-lt"/>
                <a:cs typeface="+mn-lt"/>
              </a:rPr>
              <a:t>Front-end desarrollado con React </a:t>
            </a:r>
            <a:endParaRPr lang="es-E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noProof="0" dirty="0">
                <a:solidFill>
                  <a:srgbClr val="E0D6DE"/>
                </a:solidFill>
                <a:ea typeface="+mn-lt"/>
                <a:cs typeface="+mn-lt"/>
              </a:rPr>
              <a:t>Backend desarrollado con Node.js y Express </a:t>
            </a:r>
            <a:endParaRPr lang="es-E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noProof="0" dirty="0">
                <a:solidFill>
                  <a:srgbClr val="E0D6DE"/>
                </a:solidFill>
                <a:ea typeface="+mn-lt"/>
                <a:cs typeface="+mn-lt"/>
              </a:rPr>
              <a:t>El backend se comunica con un servicio de IA (AWS </a:t>
            </a:r>
            <a:r>
              <a:rPr lang="es-ES" sz="2000" noProof="0" dirty="0" err="1">
                <a:solidFill>
                  <a:srgbClr val="E0D6DE"/>
                </a:solidFill>
                <a:ea typeface="+mn-lt"/>
                <a:cs typeface="+mn-lt"/>
              </a:rPr>
              <a:t>Bedrock</a:t>
            </a:r>
            <a:r>
              <a:rPr lang="es-ES" sz="2000" noProof="0" dirty="0">
                <a:solidFill>
                  <a:srgbClr val="E0D6DE"/>
                </a:solidFill>
                <a:ea typeface="+mn-lt"/>
                <a:cs typeface="+mn-lt"/>
              </a:rPr>
              <a:t>) </a:t>
            </a:r>
            <a:endParaRPr lang="es-E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noProof="0" dirty="0">
                <a:solidFill>
                  <a:srgbClr val="E0D6DE"/>
                </a:solidFill>
                <a:ea typeface="+mn-lt"/>
                <a:cs typeface="+mn-lt"/>
              </a:rPr>
              <a:t>Formato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noProof="0" dirty="0">
              <a:solidFill>
                <a:srgbClr val="E0D6DE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noProof="0" dirty="0">
                <a:solidFill>
                  <a:srgbClr val="E0D6DE"/>
                </a:solidFill>
                <a:ea typeface="Calibri"/>
                <a:cs typeface="Calibri"/>
              </a:rPr>
              <a:t>Despliegue : Firebase + Render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6EA74C-DAE0-483A-3B42-4239965929C5}"/>
              </a:ext>
            </a:extLst>
          </p:cNvPr>
          <p:cNvSpPr txBox="1"/>
          <p:nvPr/>
        </p:nvSpPr>
        <p:spPr>
          <a:xfrm>
            <a:off x="716692" y="4043627"/>
            <a:ext cx="7315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800" noProof="0" dirty="0">
                <a:solidFill>
                  <a:srgbClr val="00B0F0"/>
                </a:solidFill>
                <a:ea typeface="+mn-lt"/>
                <a:cs typeface="+mn-lt"/>
              </a:rPr>
              <a:t>Tecnologías usadas</a:t>
            </a:r>
            <a:endParaRPr lang="es-ES" sz="2800" noProof="0" dirty="0">
              <a:ea typeface="Calibri"/>
              <a:cs typeface="Calibri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3A4AF87-0192-9BB4-D61F-96B8AC7F8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760" y="119648"/>
            <a:ext cx="6028695" cy="799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16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0FB2-F5E5-FE58-E27A-041D3C81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F97E65A-B2FB-E7DA-72C1-F59165D1B8CD}"/>
              </a:ext>
            </a:extLst>
          </p:cNvPr>
          <p:cNvSpPr/>
          <p:nvPr/>
        </p:nvSpPr>
        <p:spPr>
          <a:xfrm>
            <a:off x="270989" y="598097"/>
            <a:ext cx="13584860" cy="14135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5400" noProof="0" dirty="0">
                <a:solidFill>
                  <a:srgbClr val="97B8FF"/>
                </a:solidFill>
                <a:latin typeface="Sora Medium"/>
                <a:cs typeface="Sora Medium"/>
              </a:rPr>
              <a:t>Fallos Encontrados (David)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6EA7ED-D270-69AF-3455-94C865FE50F8}"/>
              </a:ext>
            </a:extLst>
          </p:cNvPr>
          <p:cNvSpPr/>
          <p:nvPr/>
        </p:nvSpPr>
        <p:spPr>
          <a:xfrm>
            <a:off x="270988" y="2276108"/>
            <a:ext cx="13584861" cy="443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noProof="0" dirty="0">
                <a:solidFill>
                  <a:srgbClr val="E0D6DE"/>
                </a:solidFill>
                <a:ea typeface="+mn-lt"/>
                <a:cs typeface="+mn-lt"/>
              </a:rPr>
              <a:t>Problemas en la estructura inicial del proyecto y organización de componentes.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noProof="0" dirty="0">
                <a:solidFill>
                  <a:srgbClr val="E0D6DE"/>
                </a:solidFill>
                <a:ea typeface="+mn-lt"/>
                <a:cs typeface="+mn-lt"/>
              </a:rPr>
              <a:t>Ajustes en la lógica de cesta y favoritos para mantener un flujo de compra claro.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noProof="0" dirty="0">
                <a:solidFill>
                  <a:srgbClr val="E0D6DE"/>
                </a:solidFill>
                <a:ea typeface="+mn-lt"/>
                <a:cs typeface="+mn-lt"/>
              </a:rPr>
              <a:t>Dificultades iniciales en la planificación de tareas.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AE45EF2-08A2-9792-71F3-74A89D5D0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675" y="3830262"/>
            <a:ext cx="3913737" cy="39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63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7C6E6-A952-2306-A7C4-CBCE0789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4502D27-0E94-2B91-3945-7645E5E51987}"/>
              </a:ext>
            </a:extLst>
          </p:cNvPr>
          <p:cNvSpPr/>
          <p:nvPr/>
        </p:nvSpPr>
        <p:spPr>
          <a:xfrm>
            <a:off x="270989" y="598097"/>
            <a:ext cx="13584860" cy="1338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5400" noProof="0" dirty="0">
                <a:solidFill>
                  <a:srgbClr val="97B8FF"/>
                </a:solidFill>
                <a:latin typeface="Sora Medium"/>
                <a:cs typeface="Sora Medium"/>
              </a:rPr>
              <a:t>Fallos Encontrados (Iker)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3089F6-B303-64EB-6E75-E6AB3E8DA810}"/>
              </a:ext>
            </a:extLst>
          </p:cNvPr>
          <p:cNvSpPr/>
          <p:nvPr/>
        </p:nvSpPr>
        <p:spPr>
          <a:xfrm>
            <a:off x="270988" y="2276108"/>
            <a:ext cx="13584861" cy="443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4400" noProof="0" dirty="0">
                <a:solidFill>
                  <a:srgbClr val="E0D6DE"/>
                </a:solidFill>
                <a:ea typeface="+mn-lt"/>
                <a:cs typeface="+mn-lt"/>
              </a:rPr>
              <a:t>Errores en la gestión de sesión y persistencia de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4400" noProof="0" dirty="0">
                <a:solidFill>
                  <a:srgbClr val="E0D6DE"/>
                </a:solidFill>
                <a:ea typeface="+mn-lt"/>
                <a:cs typeface="+mn-lt"/>
              </a:rPr>
              <a:t>Control de acceso: asegurar que sin Login no se pudiera acceder a cesta ni favoritos.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4400" noProof="0" dirty="0">
                <a:solidFill>
                  <a:srgbClr val="E0D6DE"/>
                </a:solidFill>
                <a:ea typeface="+mn-lt"/>
                <a:cs typeface="+mn-lt"/>
              </a:rPr>
              <a:t>Coordinación entre Firebase y </a:t>
            </a:r>
            <a:r>
              <a:rPr lang="es-ES" sz="4400" noProof="0" dirty="0" err="1">
                <a:solidFill>
                  <a:srgbClr val="E0D6DE"/>
                </a:solidFill>
                <a:ea typeface="+mn-lt"/>
                <a:cs typeface="+mn-lt"/>
              </a:rPr>
              <a:t>localStorage</a:t>
            </a:r>
            <a:r>
              <a:rPr lang="es-ES" sz="4400" noProof="0" dirty="0">
                <a:solidFill>
                  <a:srgbClr val="E0D6DE"/>
                </a:solidFill>
                <a:ea typeface="+mn-lt"/>
                <a:cs typeface="+mn-lt"/>
              </a:rPr>
              <a:t>.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8568A66-3356-9945-0394-4A6359E17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675" y="3830262"/>
            <a:ext cx="3913737" cy="39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23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5B23-409B-C5EC-D06D-912BD88F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7E1E804-0530-7694-F1F6-B586FBAE90B3}"/>
              </a:ext>
            </a:extLst>
          </p:cNvPr>
          <p:cNvSpPr/>
          <p:nvPr/>
        </p:nvSpPr>
        <p:spPr>
          <a:xfrm>
            <a:off x="270989" y="598097"/>
            <a:ext cx="13584860" cy="1284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5400" noProof="0" dirty="0">
                <a:solidFill>
                  <a:srgbClr val="97B8FF"/>
                </a:solidFill>
                <a:latin typeface="Sora Medium"/>
                <a:cs typeface="Sora Medium"/>
              </a:rPr>
              <a:t>Fallos Encontrados (Ivan)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F413EC-B0F1-7ED1-4BC4-BC6AF10CC131}"/>
              </a:ext>
            </a:extLst>
          </p:cNvPr>
          <p:cNvSpPr/>
          <p:nvPr/>
        </p:nvSpPr>
        <p:spPr>
          <a:xfrm>
            <a:off x="270988" y="2276108"/>
            <a:ext cx="13584861" cy="443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4400" noProof="0" dirty="0">
                <a:solidFill>
                  <a:srgbClr val="E0D6DE"/>
                </a:solidFill>
                <a:ea typeface="+mn-lt"/>
                <a:cs typeface="+mn-lt"/>
              </a:rPr>
              <a:t>Problemas al implementar filtros eficientes sin afectar al rendimiento.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4400" noProof="0" dirty="0">
                <a:solidFill>
                  <a:srgbClr val="E0D6DE"/>
                </a:solidFill>
                <a:ea typeface="+mn-lt"/>
                <a:cs typeface="+mn-lt"/>
              </a:rPr>
              <a:t>Integración de tarjetas de aprendizaje sin sobrecargar la interfaz.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4400" noProof="0" dirty="0">
                <a:solidFill>
                  <a:srgbClr val="E0D6DE"/>
                </a:solidFill>
                <a:ea typeface="+mn-lt"/>
                <a:cs typeface="+mn-lt"/>
              </a:rPr>
              <a:t>Ajustes de usabilidad.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590B3D0-8C3F-D436-D134-9E3299824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675" y="3830262"/>
            <a:ext cx="3913737" cy="39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89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17D55-833A-A7A6-D3B5-923D945B8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3026A14-B68C-B6E5-400F-53C90708959D}"/>
              </a:ext>
            </a:extLst>
          </p:cNvPr>
          <p:cNvSpPr/>
          <p:nvPr/>
        </p:nvSpPr>
        <p:spPr>
          <a:xfrm>
            <a:off x="270989" y="598097"/>
            <a:ext cx="13584860" cy="14350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5400" noProof="0" dirty="0">
                <a:solidFill>
                  <a:srgbClr val="97B8FF"/>
                </a:solidFill>
                <a:latin typeface="Sora Medium"/>
                <a:cs typeface="Sora Medium"/>
              </a:rPr>
              <a:t>Fallos Encontrados (Noelia)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E0859D-AE37-3084-D02B-88D05876D345}"/>
              </a:ext>
            </a:extLst>
          </p:cNvPr>
          <p:cNvSpPr/>
          <p:nvPr/>
        </p:nvSpPr>
        <p:spPr>
          <a:xfrm>
            <a:off x="270988" y="2276108"/>
            <a:ext cx="13584861" cy="443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4400" noProof="0" dirty="0">
                <a:solidFill>
                  <a:srgbClr val="E0D6DE"/>
                </a:solidFill>
                <a:ea typeface="+mn-lt"/>
                <a:cs typeface="+mn-lt"/>
              </a:rPr>
              <a:t>d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3B6E44E-90CB-8855-B879-F5C1BF02C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675" y="3830262"/>
            <a:ext cx="3913737" cy="39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07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C6D35-F9BD-3C41-5800-C9DA6E0E3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230D84B-54A9-C6FD-2064-9ADCAF852DDE}"/>
              </a:ext>
            </a:extLst>
          </p:cNvPr>
          <p:cNvSpPr/>
          <p:nvPr/>
        </p:nvSpPr>
        <p:spPr>
          <a:xfrm>
            <a:off x="352727" y="361207"/>
            <a:ext cx="283153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Home</a:t>
            </a:r>
            <a:endParaRPr lang="es-ES" sz="3750" noProof="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35B9C95-681D-39E7-9C01-029692D685A8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4023CD3B-E978-E022-C5C0-F9313FE11CE7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956183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2883-4D84-6E70-E809-16530389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F579299-8E8C-CB93-0E4B-9A19395C685A}"/>
              </a:ext>
            </a:extLst>
          </p:cNvPr>
          <p:cNvSpPr/>
          <p:nvPr/>
        </p:nvSpPr>
        <p:spPr>
          <a:xfrm>
            <a:off x="85578" y="361207"/>
            <a:ext cx="325837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Home (Login)</a:t>
            </a:r>
            <a:endParaRPr lang="es-ES" sz="3750" noProof="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8C1D176B-CCB8-1A5A-AAC7-128EC3F11FC8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DCF810CD-1A6B-6583-BBBD-49BC453696F4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3632794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F0942-EEA4-2629-0482-C8FA450EB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0DC5653-4987-57EC-F35F-68737407D1BA}"/>
              </a:ext>
            </a:extLst>
          </p:cNvPr>
          <p:cNvSpPr/>
          <p:nvPr/>
        </p:nvSpPr>
        <p:spPr>
          <a:xfrm>
            <a:off x="172122" y="361207"/>
            <a:ext cx="564776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Login (Iniciar Sesión)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783F987-A57A-04AF-E7AF-A5400E842D63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8BB08BE5-D3E9-929C-5E66-BC5755AAE6F3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2736379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F3B3F-0D5A-5323-8A64-45B981604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6D189F3-F32A-0180-69CF-E373389C0DA4}"/>
              </a:ext>
            </a:extLst>
          </p:cNvPr>
          <p:cNvSpPr/>
          <p:nvPr/>
        </p:nvSpPr>
        <p:spPr>
          <a:xfrm>
            <a:off x="172122" y="361207"/>
            <a:ext cx="339941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Registro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D560C5C-9AFF-438D-C84D-6F59526F0F6A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FB24816B-C07A-D128-3AC4-45B1F3E572C6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273263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3154D-3FCD-B3D4-CC83-1B2269588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34D1F76-2909-B9E2-3F52-5BF6FF6DAEE6}"/>
              </a:ext>
            </a:extLst>
          </p:cNvPr>
          <p:cNvSpPr/>
          <p:nvPr/>
        </p:nvSpPr>
        <p:spPr>
          <a:xfrm>
            <a:off x="172122" y="361207"/>
            <a:ext cx="371138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Recordar Pass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0070BF48-9985-63D9-87C3-4B578C9112F1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882CA84C-3129-8071-7B18-20A0E48EDDDE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1611230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46F8-BDD2-9391-A571-B3D1430F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68F4CBC-C493-CED9-2D24-10BF6CE7E566}"/>
              </a:ext>
            </a:extLst>
          </p:cNvPr>
          <p:cNvSpPr/>
          <p:nvPr/>
        </p:nvSpPr>
        <p:spPr>
          <a:xfrm>
            <a:off x="172122" y="361207"/>
            <a:ext cx="371138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Productos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0ECDD4B-94DA-D840-4C50-082C20545D12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E2046D4-F115-02D7-C49B-8FBE3891E86E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2272819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808F8-43FD-08C2-EB3E-C4566434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4F3CDF3-CFB5-E20F-3D9A-56FC302DABA4}"/>
              </a:ext>
            </a:extLst>
          </p:cNvPr>
          <p:cNvSpPr/>
          <p:nvPr/>
        </p:nvSpPr>
        <p:spPr>
          <a:xfrm>
            <a:off x="172122" y="361207"/>
            <a:ext cx="442139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Detalles Producto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9D69AEE-B7DC-C06C-BC66-ABF5BB2B4240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89ADC353-52A5-04D8-27C7-AF9BAD59A85A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2934407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EA62-131E-8F21-9363-C78C4B2F9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3CA6983-225D-FCE9-9B63-1EFD789F8B27}"/>
              </a:ext>
            </a:extLst>
          </p:cNvPr>
          <p:cNvSpPr/>
          <p:nvPr/>
        </p:nvSpPr>
        <p:spPr>
          <a:xfrm>
            <a:off x="172123" y="361207"/>
            <a:ext cx="2678654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Favoritos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F491EF2-0700-B8C1-B4AD-2684B9DCFF0B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F99BA85F-3A5A-20CA-DCD8-40C41930AF43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1358089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ADC7E-C834-F249-1AEC-CB8F0CC5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FF27705-749B-6574-D7D9-85122454BDC6}"/>
              </a:ext>
            </a:extLst>
          </p:cNvPr>
          <p:cNvSpPr/>
          <p:nvPr/>
        </p:nvSpPr>
        <p:spPr>
          <a:xfrm>
            <a:off x="172123" y="361207"/>
            <a:ext cx="2689412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Cesta</a:t>
            </a:r>
          </a:p>
          <a:p>
            <a:pPr marL="0" indent="0" algn="ctr">
              <a:buNone/>
            </a:pPr>
            <a:endParaRPr lang="es-ES" sz="3750" noProof="0" dirty="0">
              <a:solidFill>
                <a:srgbClr val="97B8FF"/>
              </a:solidFill>
              <a:latin typeface="Sora Medium" pitchFamily="34" charset="0"/>
              <a:ea typeface="Sora Medium" pitchFamily="34" charset="-122"/>
              <a:cs typeface="Sora Medium" pitchFamily="34" charset="-12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54164BA-870B-7D04-4032-97EB312D45CA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D88989C5-F955-B267-CFD7-517D49AFE049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1107385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8C64-0A4C-326A-6931-7B75D431B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5930389-FF1A-EED2-B786-082510877802}"/>
              </a:ext>
            </a:extLst>
          </p:cNvPr>
          <p:cNvSpPr/>
          <p:nvPr/>
        </p:nvSpPr>
        <p:spPr>
          <a:xfrm>
            <a:off x="172122" y="361207"/>
            <a:ext cx="377593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Tarjetas Pago</a:t>
            </a:r>
          </a:p>
          <a:p>
            <a:pPr marL="0" indent="0" algn="ctr">
              <a:buNone/>
            </a:pPr>
            <a:endParaRPr lang="es-ES" sz="3750" noProof="0" dirty="0">
              <a:solidFill>
                <a:srgbClr val="97B8FF"/>
              </a:solidFill>
              <a:latin typeface="Sora Medium" pitchFamily="34" charset="0"/>
              <a:ea typeface="Sora Medium" pitchFamily="34" charset="-122"/>
              <a:cs typeface="Sora Medium" pitchFamily="34" charset="-12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4B75B758-0017-4A70-D3D8-79159E5B5749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8AA72AB3-E455-95B1-DE04-A0D81C7D25DB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1135777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D4D47-6DDF-36F3-2D0E-1BAD84CF7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645D5F1-5E4E-ED6C-DA70-98FB31C2BF86}"/>
              </a:ext>
            </a:extLst>
          </p:cNvPr>
          <p:cNvSpPr/>
          <p:nvPr/>
        </p:nvSpPr>
        <p:spPr>
          <a:xfrm>
            <a:off x="172123" y="361207"/>
            <a:ext cx="444290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Tarjetas Aprender</a:t>
            </a:r>
          </a:p>
          <a:p>
            <a:pPr marL="0" indent="0" algn="ctr">
              <a:buNone/>
            </a:pPr>
            <a:endParaRPr lang="es-ES" sz="3750" noProof="0" dirty="0">
              <a:solidFill>
                <a:srgbClr val="97B8FF"/>
              </a:solidFill>
              <a:latin typeface="Sora Medium" pitchFamily="34" charset="0"/>
              <a:ea typeface="Sora Medium" pitchFamily="34" charset="-122"/>
              <a:cs typeface="Sora Medium" pitchFamily="34" charset="-12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8CF4DD18-01BC-71B5-B065-5CF225E88BAB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99074933-68E0-71E7-4760-0AEA6E93E202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93369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123DF-C7E4-44B3-4549-1343D868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BE4F59F-33F0-6F04-0401-ADFE6A1B9DCE}"/>
              </a:ext>
            </a:extLst>
          </p:cNvPr>
          <p:cNvSpPr/>
          <p:nvPr/>
        </p:nvSpPr>
        <p:spPr>
          <a:xfrm>
            <a:off x="172123" y="361207"/>
            <a:ext cx="444290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s-ES" sz="3750" noProof="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Sobre Nosotros</a:t>
            </a:r>
          </a:p>
          <a:p>
            <a:pPr marL="0" indent="0" algn="ctr">
              <a:buNone/>
            </a:pPr>
            <a:endParaRPr lang="es-ES" sz="3750" noProof="0" dirty="0">
              <a:solidFill>
                <a:srgbClr val="97B8FF"/>
              </a:solidFill>
              <a:latin typeface="Sora Medium" pitchFamily="34" charset="0"/>
              <a:ea typeface="Sora Medium" pitchFamily="34" charset="-122"/>
              <a:cs typeface="Sora Medium" pitchFamily="34" charset="-12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C893C175-2FCF-11E3-C4B0-0DBA3BCCF824}"/>
              </a:ext>
            </a:extLst>
          </p:cNvPr>
          <p:cNvSpPr/>
          <p:nvPr/>
        </p:nvSpPr>
        <p:spPr>
          <a:xfrm>
            <a:off x="85578" y="1247494"/>
            <a:ext cx="76375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Diseño del Menu Superior</a:t>
            </a:r>
            <a:endParaRPr lang="es-ES" sz="15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179C71EB-542C-FD92-10B4-380931815741}"/>
              </a:ext>
            </a:extLst>
          </p:cNvPr>
          <p:cNvSpPr/>
          <p:nvPr/>
        </p:nvSpPr>
        <p:spPr>
          <a:xfrm>
            <a:off x="85578" y="3544474"/>
            <a:ext cx="5624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500" noProof="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Filtro de Productos</a:t>
            </a:r>
            <a:endParaRPr lang="es-ES" sz="1500" noProof="0" dirty="0"/>
          </a:p>
        </p:txBody>
      </p:sp>
    </p:spTree>
    <p:extLst>
      <p:ext uri="{BB962C8B-B14F-4D97-AF65-F5344CB8AC3E}">
        <p14:creationId xmlns:p14="http://schemas.microsoft.com/office/powerpoint/2010/main" val="2192811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DB7E1-3FD3-F3DD-1C75-A65F71719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DB2E0BC-C6BB-6E59-940C-1B5520BF31E4}"/>
              </a:ext>
            </a:extLst>
          </p:cNvPr>
          <p:cNvSpPr/>
          <p:nvPr/>
        </p:nvSpPr>
        <p:spPr>
          <a:xfrm>
            <a:off x="793790" y="318222"/>
            <a:ext cx="13040544" cy="897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s-ES" sz="4000" noProof="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Los más vistos y productos recomendados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9D1DFF-FC69-794A-BD1F-BCF7163F6932}"/>
              </a:ext>
            </a:extLst>
          </p:cNvPr>
          <p:cNvSpPr/>
          <p:nvPr/>
        </p:nvSpPr>
        <p:spPr>
          <a:xfrm>
            <a:off x="311972" y="1355464"/>
            <a:ext cx="140602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3200" noProof="0" dirty="0">
                <a:solidFill>
                  <a:srgbClr val="E0D6DE"/>
                </a:solidFill>
                <a:ea typeface="+mn-lt"/>
                <a:cs typeface="+mn-lt"/>
              </a:rPr>
              <a:t>Se implementa en la pagina principal un scroll horizontal para que muestre los productos más vistos en tiempo real. </a:t>
            </a:r>
            <a:endParaRPr lang="es-ES" sz="3200" noProof="0" dirty="0"/>
          </a:p>
          <a:p>
            <a:r>
              <a:rPr lang="es-ES" sz="3200" noProof="0" dirty="0">
                <a:solidFill>
                  <a:srgbClr val="E0D6DE"/>
                </a:solidFill>
                <a:ea typeface="+mn-lt"/>
                <a:cs typeface="+mn-lt"/>
              </a:rPr>
              <a:t>Además de que cuando el usuario entra en detalles de producto, se ve al final más productos recomendados por categoría.</a:t>
            </a:r>
            <a:endParaRPr lang="es-ES" sz="3200" noProof="0" dirty="0">
              <a:ea typeface="+mn-lt"/>
              <a:cs typeface="+mn-lt"/>
            </a:endParaRPr>
          </a:p>
        </p:txBody>
      </p:sp>
      <p:pic>
        <p:nvPicPr>
          <p:cNvPr id="15" name="Imagen 1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F31149D-3ADF-6322-207C-A5DEB6BD4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72" y="3517755"/>
            <a:ext cx="6465347" cy="4603327"/>
          </a:xfrm>
          <a:prstGeom prst="rect">
            <a:avLst/>
          </a:prstGeom>
        </p:spPr>
      </p:pic>
      <p:pic>
        <p:nvPicPr>
          <p:cNvPr id="16" name="Imagen 1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6001C7C-F067-F647-FB6A-6F7AA7178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082" y="3384402"/>
            <a:ext cx="6684575" cy="473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74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1281A25-1CA2-CC95-2ED2-ED06FFDEEF3E}"/>
              </a:ext>
            </a:extLst>
          </p:cNvPr>
          <p:cNvSpPr txBox="1"/>
          <p:nvPr/>
        </p:nvSpPr>
        <p:spPr>
          <a:xfrm>
            <a:off x="3949968" y="286731"/>
            <a:ext cx="568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4000" b="1" dirty="0">
                <a:solidFill>
                  <a:srgbClr val="0070C0"/>
                </a:solidFill>
              </a:rPr>
              <a:t>Agradecimientos</a:t>
            </a: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6C5FECF3-D238-801C-3F93-B5F0A4526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274" y="4583474"/>
            <a:ext cx="3646126" cy="364612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1B4157F-3E53-C1DF-2847-FDF487D5C274}"/>
              </a:ext>
            </a:extLst>
          </p:cNvPr>
          <p:cNvSpPr txBox="1"/>
          <p:nvPr/>
        </p:nvSpPr>
        <p:spPr>
          <a:xfrm>
            <a:off x="322729" y="1200262"/>
            <a:ext cx="1397418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dirty="0">
                <a:solidFill>
                  <a:schemeClr val="bg1"/>
                </a:solidFill>
              </a:rPr>
              <a:t>Queremos agradecer a nuestra profesora Alejandra por su implicación, claridad en la enseñanza y acompañamiento constante durante todo el desarrollo del proyecto. Su apoyo y orientación han sido clave para nuestro aprendizaje y crecimiento técnico.</a:t>
            </a:r>
          </a:p>
          <a:p>
            <a:pPr>
              <a:buNone/>
            </a:pPr>
            <a:r>
              <a:rPr lang="es-ES" sz="3200" dirty="0">
                <a:solidFill>
                  <a:schemeClr val="bg1"/>
                </a:solidFill>
              </a:rPr>
              <a:t>También queremos dar las gracias a las coordinadoras de Fundación Adecco por la organización, el seguimiento y el apoyo continuo a lo largo de la formación. Su labor ha sido fundamental para crear un entorno de aprendizaje profesional y accesible.</a:t>
            </a:r>
          </a:p>
        </p:txBody>
      </p:sp>
    </p:spTree>
    <p:extLst>
      <p:ext uri="{BB962C8B-B14F-4D97-AF65-F5344CB8AC3E}">
        <p14:creationId xmlns:p14="http://schemas.microsoft.com/office/powerpoint/2010/main" val="3090498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930</Words>
  <Application>Microsoft Office PowerPoint</Application>
  <PresentationFormat>Personalizado</PresentationFormat>
  <Paragraphs>193</Paragraphs>
  <Slides>30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Corbel</vt:lpstr>
      <vt:lpstr>Sora Medium</vt:lpstr>
      <vt:lpstr>Calibri</vt:lpstr>
      <vt:lpstr>Noto Sans TC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Iker Martinez</dc:creator>
  <cp:lastModifiedBy>David CM</cp:lastModifiedBy>
  <cp:revision>403</cp:revision>
  <dcterms:created xsi:type="dcterms:W3CDTF">2026-01-18T22:42:39Z</dcterms:created>
  <dcterms:modified xsi:type="dcterms:W3CDTF">2026-01-21T11:33:42Z</dcterms:modified>
</cp:coreProperties>
</file>