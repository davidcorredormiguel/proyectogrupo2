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7" r:id="rId14"/>
  </p:sldIdLst>
  <p:sldSz cx="14630400" cy="8229600"/>
  <p:notesSz cx="8229600" cy="14630400"/>
  <p:embeddedFontLst>
    <p:embeddedFont>
      <p:font typeface="Noto Sans TC" panose="020B0604020202020204" charset="-128"/>
      <p:regular r:id="rId16"/>
    </p:embeddedFont>
    <p:embeddedFont>
      <p:font typeface="Corbel" panose="020B0503020204020204" pitchFamily="34" charset="0"/>
      <p:regular r:id="rId17"/>
      <p:bold r:id="rId18"/>
      <p:italic r:id="rId19"/>
      <p:boldItalic r:id="rId20"/>
    </p:embeddedFont>
    <p:embeddedFont>
      <p:font typeface="Sora Medium" panose="020B0604020202020204" charset="0"/>
      <p:regular r:id="rId21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6.jpe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web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800" u="sng" noProof="0" dirty="0" err="1">
                <a:solidFill>
                  <a:srgbClr val="0BABB6"/>
                </a:solidFill>
                <a:latin typeface="+mj-lt"/>
                <a:cs typeface="Sora Medium" pitchFamily="34" charset="-120"/>
              </a:rPr>
              <a:t>Tech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154D7F"/>
                </a:solidFill>
                <a:latin typeface="+mj-lt"/>
                <a:cs typeface="Sora Medium" pitchFamily="34" charset="-120"/>
              </a:rPr>
              <a:t>&amp;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FFC000"/>
                </a:solidFill>
                <a:latin typeface="+mj-lt"/>
                <a:cs typeface="Sora Medium" pitchFamily="34" charset="-120"/>
              </a:rPr>
              <a:t>Learn</a:t>
            </a:r>
            <a:r>
              <a:rPr lang="es-ES" sz="4800" b="1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800" b="1" u="sng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800" b="1" u="sng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227" y="528503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Login (Iniciar Sesión), Registro y Recordar Pass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</a:rPr>
              <a:t>Productos Favoritos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Sobre Nosotros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7533B5BE-D57B-DF58-6C9B-4441E1C157CD}"/>
              </a:ext>
            </a:extLst>
          </p:cNvPr>
          <p:cNvSpPr/>
          <p:nvPr/>
        </p:nvSpPr>
        <p:spPr>
          <a:xfrm>
            <a:off x="8063865" y="700021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Chatbot IA</a:t>
            </a:r>
            <a:endParaRPr lang="es-ES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638556" y="1876734"/>
            <a:ext cx="7814238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416560" y="1539971"/>
            <a:ext cx="804515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Payá</a:t>
            </a:r>
            <a:endParaRPr lang="es-ES" sz="3200" strike="noStrike" spc="-1" dirty="0">
              <a:solidFill>
                <a:srgbClr val="0BABB6"/>
              </a:solidFill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031004"/>
            <a:ext cx="231624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dirty="0">
                <a:solidFill>
                  <a:srgbClr val="97B8FF"/>
                </a:solidFill>
                <a:uFillTx/>
                <a:ea typeface="Noto Sans TC"/>
                <a:hlinkClick r:id="rId3"/>
              </a:rPr>
              <a:t>LinkedIn</a:t>
            </a:r>
            <a:endParaRPr lang="es-ES" sz="2400" b="1" strike="noStrike" spc="-1" dirty="0">
              <a:solidFill>
                <a:srgbClr val="FFFFFF"/>
              </a:solidFill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034964"/>
            <a:ext cx="20844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4"/>
              </a:rPr>
              <a:t>Portfolio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</a:endParaRPr>
          </a:p>
        </p:txBody>
      </p:sp>
      <p:sp>
        <p:nvSpPr>
          <p:cNvPr id="15" name="Text 7"/>
          <p:cNvSpPr/>
          <p:nvPr/>
        </p:nvSpPr>
        <p:spPr>
          <a:xfrm>
            <a:off x="6895652" y="1416600"/>
            <a:ext cx="7498948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1" strike="noStrike" spc="-1" dirty="0">
                <a:solidFill>
                  <a:schemeClr val="bg1"/>
                </a:solidFill>
                <a:ea typeface="Noto Sans TC"/>
              </a:rPr>
              <a:t>Fundación Adecco (Madrid): </a:t>
            </a: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Curso de React (2025 - 2026)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Especialización en Inteligencia Artificial y Big Data (2025 – actualidad)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Grado Superior en Desarrollo de Aplicaciones Web (2023 – 2025)</a:t>
            </a:r>
            <a:endParaRPr lang="es-ES" sz="2000" b="0" strike="noStrike" spc="-1" dirty="0">
              <a:solidFill>
                <a:schemeClr val="bg1"/>
              </a:solidFill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711120" y="322920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034964"/>
            <a:ext cx="16596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7"/>
              </a:rPr>
              <a:t>GitHub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017549" y="1624229"/>
            <a:ext cx="5956635" cy="374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Diseño de Tienda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017549" y="2245302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Búsqueda y Filtro de Productos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4835463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07227-9F30-63CA-5FE9-9663F2A5170C}"/>
              </a:ext>
            </a:extLst>
          </p:cNvPr>
          <p:cNvSpPr/>
          <p:nvPr/>
        </p:nvSpPr>
        <p:spPr>
          <a:xfrm>
            <a:off x="352728" y="1669207"/>
            <a:ext cx="6144892" cy="244559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E07A404-6137-C0FF-B326-33BF26CDB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120" y="2149884"/>
            <a:ext cx="5430894" cy="164199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D5AFA5D-7DF3-F27C-2C5A-2AD8806D4D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1237" y="4408995"/>
            <a:ext cx="8572500" cy="2857500"/>
          </a:xfrm>
          <a:prstGeom prst="rect">
            <a:avLst/>
          </a:prstGeom>
        </p:spPr>
      </p:pic>
      <p:sp>
        <p:nvSpPr>
          <p:cNvPr id="10" name="Text 11">
            <a:extLst>
              <a:ext uri="{FF2B5EF4-FFF2-40B4-BE49-F238E27FC236}">
                <a16:creationId xmlns:a16="http://schemas.microsoft.com/office/drawing/2014/main" id="{55450532-B4F7-44EB-769F-B65F3593D8E9}"/>
              </a:ext>
            </a:extLst>
          </p:cNvPr>
          <p:cNvSpPr/>
          <p:nvPr/>
        </p:nvSpPr>
        <p:spPr>
          <a:xfrm>
            <a:off x="8017549" y="280521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Favoritos/Mi Lista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D9E32F61-42AC-9F56-0F45-6C168803CD40}"/>
              </a:ext>
            </a:extLst>
          </p:cNvPr>
          <p:cNvSpPr/>
          <p:nvPr/>
        </p:nvSpPr>
        <p:spPr>
          <a:xfrm>
            <a:off x="8017549" y="333753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Login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8B39385B-4019-32E6-6496-8BC885B959C9}"/>
              </a:ext>
            </a:extLst>
          </p:cNvPr>
          <p:cNvSpPr/>
          <p:nvPr/>
        </p:nvSpPr>
        <p:spPr>
          <a:xfrm>
            <a:off x="8017549" y="371666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Cesta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Amplio catálogo de productos con filtro avanzado.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sz="2000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más vistos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Sugerencias de productos relacionados en sus detalles.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Sistema de paginación eficiente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Diseño responsivo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Backend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b="1" u="sng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IA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Bedrock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Integración de Chatbot IA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Opciones de tema claro/oscuro personalizables.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dirty="0">
                <a:solidFill>
                  <a:srgbClr val="97B8FF"/>
                </a:solidFill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225911" y="3219828"/>
            <a:ext cx="23384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445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403D50-66F8-D6E6-30A7-9189BE3F5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354" y="1"/>
            <a:ext cx="12066045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614824" y="630370"/>
            <a:ext cx="7637502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Mostrar respuestas en tiempo real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chemeClr val="bg1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)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cs typeface="Sora Medium"/>
              </a:rPr>
              <a:t>Retos Encontrados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9" y="2276107"/>
            <a:ext cx="11142876" cy="5467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David: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Iker</a:t>
            </a: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Errores en la gestión de sesión y persistencia de datos.</a:t>
            </a:r>
            <a:endParaRPr lang="es-ES" sz="3600" noProof="0" dirty="0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Ivan: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Noelia: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Alejandra por su implicación y acompañamiento constante durante el proyecto.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Juanse por sentarnos las bases en fundamentos de programación.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Javier, nuestro mentor, por su guía práctica y resolver nuestras dudas técnicas.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Edu por introducirnos en las metodologías ágiles. 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Y a las coordinadoras por crear un entorno fundamental para nuestro crecimiento.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713</Words>
  <Application>Microsoft Office PowerPoint</Application>
  <PresentationFormat>Personalizado</PresentationFormat>
  <Paragraphs>140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Calibri</vt:lpstr>
      <vt:lpstr>Arial</vt:lpstr>
      <vt:lpstr>Noto Sans TC</vt:lpstr>
      <vt:lpstr>Corbel</vt:lpstr>
      <vt:lpstr>Symbol</vt:lpstr>
      <vt:lpstr>Sora Medium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479</cp:revision>
  <dcterms:created xsi:type="dcterms:W3CDTF">2026-01-18T22:42:39Z</dcterms:created>
  <dcterms:modified xsi:type="dcterms:W3CDTF">2026-01-22T12:43:38Z</dcterms:modified>
</cp:coreProperties>
</file>