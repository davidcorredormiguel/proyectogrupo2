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5" r:id="rId9"/>
    <p:sldId id="264" r:id="rId10"/>
    <p:sldId id="266" r:id="rId11"/>
    <p:sldId id="275" r:id="rId12"/>
    <p:sldId id="271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92" r:id="rId23"/>
    <p:sldId id="285" r:id="rId24"/>
    <p:sldId id="286" r:id="rId25"/>
    <p:sldId id="270" r:id="rId26"/>
    <p:sldId id="288" r:id="rId27"/>
    <p:sldId id="289" r:id="rId28"/>
    <p:sldId id="290" r:id="rId29"/>
    <p:sldId id="291" r:id="rId30"/>
    <p:sldId id="287" r:id="rId31"/>
  </p:sldIdLst>
  <p:sldSz cx="14630400" cy="8229600"/>
  <p:notesSz cx="8229600" cy="14630400"/>
  <p:embeddedFontLst>
    <p:embeddedFont>
      <p:font typeface="Noto Sans TC" panose="020B0604020202020204" charset="-128"/>
      <p:regular r:id="rId33"/>
    </p:embeddedFont>
    <p:embeddedFont>
      <p:font typeface="Corbel" panose="020B0503020204020204" pitchFamily="34" charset="0"/>
      <p:regular r:id="rId34"/>
      <p:bold r:id="rId35"/>
      <p:italic r:id="rId36"/>
      <p:boldItalic r:id="rId37"/>
    </p:embeddedFont>
    <p:embeddedFont>
      <p:font typeface="Sora Medium" panose="020B0604020202020204" charset="0"/>
      <p:regular r:id="rId38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EA373-076C-F56D-DA6C-3CDE5B34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EDFAE-E221-2104-B6F2-734B562C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2BCDB-FA90-CCBC-1E4D-C9A82CE4F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D7FFD-A66B-9D75-3897-6DC2D37CE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475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0DDE-789F-ACC8-BD87-A4B3DF4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CF5CF-84A5-FB1C-C7A8-E5A566ACA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6109-9207-876B-13A7-5CE9F225D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8FDC9-A080-58B5-AE3E-E780FA293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22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7D8A-4515-7A1C-E233-49D7B022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8F3EE-B1B1-9D10-FDE1-51D06E351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8A2E-079C-0F9B-AB35-0FC0DD9B3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A8899-3C96-54EF-ECE4-BB660869B7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393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B70AA-31C0-2A74-02DD-E6091AFEE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6888E-7736-D187-F0FB-1B4F3B71E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ED4B8-7A37-7695-8721-D671DF751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AC25F-5A12-3AF1-DF2F-0432D3531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866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635C-FC51-B500-C668-E532B8E4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B6346-5148-8FAF-9FE9-91BA360D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BB4BE-2204-8CBF-9534-B331FC9E4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2142C-9E47-50BA-1AC2-DD20C42A8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258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2CD0-FA2C-CCBE-6C15-6A1F6B93E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2C142-0179-91FC-D424-7E7ACD48B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EE66D-7B6D-E8ED-C39B-950E755D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411E3-7A3D-7CF5-11DC-E810CCB58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27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DE96-6819-E298-2762-B41C6C01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8B733-4CFD-5243-ADC7-35A0858FE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9978-E9BD-90F0-37E4-A800FD34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FEFD6-8372-AC27-01BF-5721C6925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141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4E3E0-8EDE-3B66-F708-8F3F14433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C25FF-8D48-7977-8049-27BC73210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F24C8-94D9-9CE1-17E0-299760854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C7BD-B03F-6DA5-F307-6591BC87C7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236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171-BCBB-A14B-F13A-37298716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5C277-DEC6-9659-D4C6-5F1165BB9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368F7-E161-A91F-DA65-0C15B3EC8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408CB-4AED-DD4D-26BB-26F6477844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990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C8B29-78D5-9AE4-8F57-71FC53C60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AB4EA-1B80-2579-40B6-01236970C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8A664-B8BF-F2D5-9439-071D6E52F7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4F069-6B1E-BAD7-A815-753A62EF0F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372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7261-D6DC-303E-DD20-DC7A3C01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833F4-799B-24C6-FE52-305B5658E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0CEE7-0482-BB99-0400-01A2F93F2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401E7-7DAF-3C62-A5E3-AAA25B34E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045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B9AC8-364E-545A-8B62-466AF858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36761-A636-277B-E55D-D9981BE4D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05F8C-19C2-8289-D114-E8849EB1D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F730E-4248-87C9-C13F-BCBA8D54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220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77286-01AD-539A-B83B-5C1D35D46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2263D-1141-2FCA-7B84-C51112256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F067E-20FC-BDE7-0BCD-F5A87BFE0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4047A-C867-1771-6AE5-9E72549A6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129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BF977-46D1-BE9E-068E-596CE5F1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EED47-17B3-5714-0218-74653771F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C08B5-C6B3-A6AA-60D2-F34213314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712DA-F872-3CA7-3622-8138BF70D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749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C64BF-8A2B-D30C-87AA-E0A64C10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AD8E3-378F-069A-D0C5-705461247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F1E32-6C40-5AFA-ECCA-DD3F22ABB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0B7C5-9682-7F5A-9B31-89CC4B4695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8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6.jpeg"/><Relationship Id="rId5" Type="http://schemas.openxmlformats.org/officeDocument/2006/relationships/image" Target="../media/image8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Desarrollo Front-End React</a:t>
            </a:r>
          </a:p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2800" b="1" noProof="0" dirty="0">
              <a:solidFill>
                <a:schemeClr val="bg1"/>
              </a:solidFill>
            </a:endParaRP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0602" y="368157"/>
            <a:ext cx="4888627" cy="48886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s-ES" b="1" noProof="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63725" y="711660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50699" y="6986234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1876734"/>
            <a:ext cx="7643203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179310" y="1539971"/>
            <a:ext cx="728240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4" y="1661467"/>
            <a:ext cx="6244709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280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Noelia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Alafarga</a:t>
            </a: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Payá</a:t>
            </a:r>
            <a:endParaRPr lang="es-ES" sz="3200" strike="noStrike" spc="-1" dirty="0">
              <a:solidFill>
                <a:srgbClr val="0BABB6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IA · Machine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Learning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· Big Data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Analytics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| Full Stack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Developer</a:t>
            </a:r>
            <a:endParaRPr lang="es-ES" sz="2000" strike="noStrike" spc="-1" dirty="0">
              <a:solidFill>
                <a:srgbClr val="0BABB6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200950"/>
            <a:ext cx="231624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3"/>
              </a:rPr>
              <a:t>LinkedIn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204910"/>
            <a:ext cx="20844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4"/>
              </a:rPr>
              <a:t>Portfolio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>
                <a:solidFill>
                  <a:srgbClr val="97B8FF"/>
                </a:solidFill>
                <a:latin typeface="Sora Medium"/>
                <a:ea typeface="Sora Medium"/>
              </a:rPr>
              <a:t>Estudios</a:t>
            </a:r>
            <a:endParaRPr lang="es-ES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6504840" y="1416600"/>
            <a:ext cx="7889760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1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Fundación Adecco (Madrid): </a:t>
            </a: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Curso de React (2025 - 2026)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Especialización en Inteligencia Artificial y Big Data (2025 – actualidad)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Grado Superior en Desarrollo de Aplicaciones Web (2023 – 2025)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711120" y="322920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dirty="0">
                <a:solidFill>
                  <a:srgbClr val="0BABB6"/>
                </a:solidFill>
                <a:latin typeface="Calibri"/>
              </a:rPr>
              <a:t>Stack Técnico</a:t>
            </a:r>
            <a:endParaRPr lang="es-ES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204910"/>
            <a:ext cx="16596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7"/>
              </a:rPr>
              <a:t>GitHub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386283"/>
            <a:ext cx="13115848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8227281" y="5411777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8227281" y="6208436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385991" y="636714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810867" y="6394889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8227281" y="6897139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385991" y="7055849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810867" y="7045588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8227281" y="7603983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385991" y="776269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85675" y="7743999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</a:t>
            </a:r>
            <a:r>
              <a:rPr lang="es-ES" sz="3750" noProof="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MediaMarkt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741385" y="1550851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7" y="1907576"/>
            <a:ext cx="13834914" cy="6239415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492576" y="646481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s-ES" sz="375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2987654" y="229870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225427" y="1532768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489092" y="1542531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" y="4212624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6D35-F9BD-3C41-5800-C9DA6E0E3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230D84B-54A9-C6FD-2064-9ADCAF852DDE}"/>
              </a:ext>
            </a:extLst>
          </p:cNvPr>
          <p:cNvSpPr/>
          <p:nvPr/>
        </p:nvSpPr>
        <p:spPr>
          <a:xfrm>
            <a:off x="352727" y="361207"/>
            <a:ext cx="283153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35B9C95-681D-39E7-9C01-029692D685A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4023CD3B-E978-E022-C5C0-F9313FE11CE7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56183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2883-4D84-6E70-E809-16530389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579299-8E8C-CB93-0E4B-9A19395C685A}"/>
              </a:ext>
            </a:extLst>
          </p:cNvPr>
          <p:cNvSpPr/>
          <p:nvPr/>
        </p:nvSpPr>
        <p:spPr>
          <a:xfrm>
            <a:off x="85578" y="361207"/>
            <a:ext cx="325837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 (Login)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1D176B-CCB8-1A5A-AAC7-128EC3F11FC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CF810CD-1A6B-6583-BBBD-49BC453696F4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3632794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F0942-EEA4-2629-0482-C8FA450E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0DC5653-4987-57EC-F35F-68737407D1BA}"/>
              </a:ext>
            </a:extLst>
          </p:cNvPr>
          <p:cNvSpPr/>
          <p:nvPr/>
        </p:nvSpPr>
        <p:spPr>
          <a:xfrm>
            <a:off x="172122" y="361207"/>
            <a:ext cx="5647765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Login (Iniciar Sesión)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783F987-A57A-04AF-E7AF-A5400E842D63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BB08BE5-D3E9-929C-5E66-BC5755AAE6F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6379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3B3F-0D5A-5323-8A64-45B981604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6D189F3-F32A-0180-69CF-E373389C0DA4}"/>
              </a:ext>
            </a:extLst>
          </p:cNvPr>
          <p:cNvSpPr/>
          <p:nvPr/>
        </p:nvSpPr>
        <p:spPr>
          <a:xfrm>
            <a:off x="172122" y="361207"/>
            <a:ext cx="339941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Registro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D560C5C-9AFF-438D-C84D-6F59526F0F6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B24816B-C07A-D128-3AC4-45B1F3E572C6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2638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154D-3FCD-B3D4-CC83-1B2269588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34D1F76-2909-B9E2-3F52-5BF6FF6DAEE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Recordar Pass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070BF48-9985-63D9-87C3-4B578C9112F1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82CA84C-3129-8071-7B18-20A0E48EDDD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611230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A46F8-BDD2-9391-A571-B3D1430FD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68F4CBC-C493-CED9-2D24-10BF6CE7E56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Productos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0ECDD4B-94DA-D840-4C50-082C20545D12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E2046D4-F115-02D7-C49B-8FBE3891E86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272819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808F8-43FD-08C2-EB3E-C4566434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4F3CDF3-CFB5-E20F-3D9A-56FC302DABA4}"/>
              </a:ext>
            </a:extLst>
          </p:cNvPr>
          <p:cNvSpPr/>
          <p:nvPr/>
        </p:nvSpPr>
        <p:spPr>
          <a:xfrm>
            <a:off x="172122" y="361207"/>
            <a:ext cx="442139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Detalles Producto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9D69AEE-B7DC-C06C-BC66-ABF5BB2B4240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9ADC353-52A5-04D8-27C7-AF9BAD59A85A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934407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EA62-131E-8F21-9363-C78C4B2F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3CA6983-225D-FCE9-9B63-1EFD789F8B27}"/>
              </a:ext>
            </a:extLst>
          </p:cNvPr>
          <p:cNvSpPr/>
          <p:nvPr/>
        </p:nvSpPr>
        <p:spPr>
          <a:xfrm>
            <a:off x="172123" y="361207"/>
            <a:ext cx="2678654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Favoritos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F491EF2-0700-B8C1-B4AD-2684B9DCFF0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99BA85F-3A5A-20CA-DCD8-40C41930AF4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3580893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ADC7E-C834-F249-1AEC-CB8F0CC56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FF27705-749B-6574-D7D9-85122454BDC6}"/>
              </a:ext>
            </a:extLst>
          </p:cNvPr>
          <p:cNvSpPr/>
          <p:nvPr/>
        </p:nvSpPr>
        <p:spPr>
          <a:xfrm>
            <a:off x="172123" y="361207"/>
            <a:ext cx="268941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Cesta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54164BA-870B-7D04-4032-97EB312D45C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88989C5-F955-B267-CFD7-517D49AFE049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107385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78C64-0A4C-326A-6931-7B75D431B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5930389-FF1A-EED2-B786-082510877802}"/>
              </a:ext>
            </a:extLst>
          </p:cNvPr>
          <p:cNvSpPr/>
          <p:nvPr/>
        </p:nvSpPr>
        <p:spPr>
          <a:xfrm>
            <a:off x="172122" y="361207"/>
            <a:ext cx="377593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Tarjetas Pago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4B75B758-0017-4A70-D3D8-79159E5B5749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AA72AB3-E455-95B1-DE04-A0D81C7D25DB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135777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4D47-6DDF-36F3-2D0E-1BAD84CF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645D5F1-5E4E-ED6C-DA70-98FB31C2BF86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Tarjetas Aprender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F4DD18-01BC-71B5-B065-5CF225E88BA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9074933-68E0-71E7-4760-0AEA6E93E202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3369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123DF-C7E4-44B3-4549-1343D868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BE4F59F-33F0-6F04-0401-ADFE6A1B9DCE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Sobre Nosotros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C893C175-2FCF-11E3-C4B0-0DBA3BCCF824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179C71EB-542C-FD92-10B4-380931815741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1928110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318222"/>
            <a:ext cx="13040544" cy="8973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noProof="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más vistos y productos recomendados 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311972" y="1355464"/>
            <a:ext cx="140602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3200" noProof="0" dirty="0">
                <a:solidFill>
                  <a:srgbClr val="E0D6DE"/>
                </a:solidFill>
                <a:ea typeface="+mn-lt"/>
                <a:cs typeface="+mn-lt"/>
              </a:rPr>
              <a:t>Se implementa en la pagina principal un scroll horizontal para que muestre los productos más vistos en tiempo real. </a:t>
            </a:r>
            <a:endParaRPr lang="es-ES" sz="3200" noProof="0" dirty="0"/>
          </a:p>
          <a:p>
            <a:r>
              <a:rPr lang="es-ES" sz="3200" noProof="0" dirty="0">
                <a:solidFill>
                  <a:srgbClr val="E0D6DE"/>
                </a:solidFill>
                <a:ea typeface="+mn-lt"/>
                <a:cs typeface="+mn-lt"/>
              </a:rPr>
              <a:t>Además de que cuando el usuario entra en detalles de producto, se ve al final más productos recomendados por categoría.</a:t>
            </a:r>
            <a:endParaRPr lang="es-ES" sz="3200" noProof="0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72" y="3517755"/>
            <a:ext cx="6465347" cy="4603327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3082" y="3384402"/>
            <a:ext cx="6684575" cy="473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(David)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Problemas en la estructura inicial del proyecto y organización de componentes.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Dificultades iniciales en la planificación de tareas.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C6E6-A952-2306-A7C4-CBCE0789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502D27-0E94-2B91-3945-7645E5E51987}"/>
              </a:ext>
            </a:extLst>
          </p:cNvPr>
          <p:cNvSpPr/>
          <p:nvPr/>
        </p:nvSpPr>
        <p:spPr>
          <a:xfrm>
            <a:off x="270989" y="598097"/>
            <a:ext cx="13584860" cy="13382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(Iker)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D3089F6-B303-64EB-6E75-E6AB3E8DA810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Errores en la gestión de sesión y persistencia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Control de acceso: asegurar que sin Login no se pudiera acceder a cesta ni favoritos.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Coordinación entre Firebase y </a:t>
            </a:r>
            <a:r>
              <a:rPr lang="es-ES" sz="4400" noProof="0" dirty="0" err="1">
                <a:solidFill>
                  <a:srgbClr val="E0D6DE"/>
                </a:solidFill>
                <a:ea typeface="+mn-lt"/>
                <a:cs typeface="+mn-lt"/>
              </a:rPr>
              <a:t>localStorage</a:t>
            </a: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8568A66-3356-9945-0394-4A6359E17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3230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5B23-409B-C5EC-D06D-912BD88F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7E1E804-0530-7694-F1F6-B586FBAE90B3}"/>
              </a:ext>
            </a:extLst>
          </p:cNvPr>
          <p:cNvSpPr/>
          <p:nvPr/>
        </p:nvSpPr>
        <p:spPr>
          <a:xfrm>
            <a:off x="270989" y="598097"/>
            <a:ext cx="13584860" cy="12844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(Ivan)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F413EC-B0F1-7ED1-4BC4-BC6AF10CC131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Problemas al implementar filtros eficientes sin afectar al rendimiento.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usabilidad.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590B3D0-8C3F-D436-D134-9E3299824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894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17D55-833A-A7A6-D3B5-923D945B8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3026A14-B68C-B6E5-400F-53C90708959D}"/>
              </a:ext>
            </a:extLst>
          </p:cNvPr>
          <p:cNvSpPr/>
          <p:nvPr/>
        </p:nvSpPr>
        <p:spPr>
          <a:xfrm>
            <a:off x="270989" y="598097"/>
            <a:ext cx="13584860" cy="14350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(Noelia)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CE0859D-AE37-3084-D02B-88D05876D345}"/>
              </a:ext>
            </a:extLst>
          </p:cNvPr>
          <p:cNvSpPr/>
          <p:nvPr/>
        </p:nvSpPr>
        <p:spPr>
          <a:xfrm>
            <a:off x="270989" y="2276108"/>
            <a:ext cx="13950620" cy="4920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respuesta de chat: comercial tienda tecnológica, hilo de conversación, responder con una pregunta final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3B6E44E-90CB-8855-B879-F5C1BF02C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607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Queremos agradecer a nuestra profesora Alejandra por su implicación, claridad en la enseñanza y acompañamiento constante durante todo el desarrollo del proyecto. Su apoyo y orientación han sido clave para nuestro aprendizaje y crecimiento técnico.</a:t>
            </a: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También queremos dar las gracias a las coordinadoras de Fundación Adecco por la organización, el seguimiento y el apoyo continuo a lo largo de la formación. Su labor ha sido fundamental para crear un entorno de aprendizaje profesional y accesible.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987</Words>
  <Application>Microsoft Office PowerPoint</Application>
  <PresentationFormat>Personalizado</PresentationFormat>
  <Paragraphs>196</Paragraphs>
  <Slides>30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8" baseType="lpstr">
      <vt:lpstr>Corbel</vt:lpstr>
      <vt:lpstr>Symbol</vt:lpstr>
      <vt:lpstr>Sora Medium</vt:lpstr>
      <vt:lpstr>Times New Roman</vt:lpstr>
      <vt:lpstr>Calibri</vt:lpstr>
      <vt:lpstr>Noto Sans TC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417</cp:revision>
  <dcterms:created xsi:type="dcterms:W3CDTF">2026-01-18T22:42:39Z</dcterms:created>
  <dcterms:modified xsi:type="dcterms:W3CDTF">2026-01-21T12:04:04Z</dcterms:modified>
</cp:coreProperties>
</file>