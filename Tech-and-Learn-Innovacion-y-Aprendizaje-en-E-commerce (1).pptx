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9" r:id="rId14"/>
    <p:sldId id="290" r:id="rId15"/>
    <p:sldId id="291" r:id="rId16"/>
    <p:sldId id="287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5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7286-01AD-539A-B83B-5C1D35D4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2263D-1141-2FCA-7B84-C51112256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F067E-20FC-BDE7-0BCD-F5A87BFE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4047A-C867-1771-6AE5-9E72549A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2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BF977-46D1-BE9E-068E-596CE5F1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EED47-17B3-5714-0218-74653771F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C08B5-C6B3-A6AA-60D2-F34213314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12DA-F872-3CA7-3622-8138BF70D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749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C64BF-8A2B-D30C-87AA-E0A64C10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AD8E3-378F-069A-D0C5-705461247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F1E32-6C40-5AFA-ECCA-DD3F22AB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0B7C5-9682-7F5A-9B31-89CC4B4695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8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s-ES" b="1" noProof="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1876734"/>
            <a:ext cx="7643203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179310" y="1539971"/>
            <a:ext cx="728240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4" y="1661467"/>
            <a:ext cx="6244709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280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Payá</a:t>
            </a:r>
            <a:endParaRPr lang="es-ES" sz="3200" strike="noStrike" spc="-1" dirty="0">
              <a:solidFill>
                <a:srgbClr val="0BABB6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200950"/>
            <a:ext cx="231624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3"/>
              </a:rPr>
              <a:t>LinkedIn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204910"/>
            <a:ext cx="20844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4"/>
              </a:rPr>
              <a:t>Portfolio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latin typeface="Sora Medium"/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6504840" y="1416600"/>
            <a:ext cx="7889760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1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Fundación Adecco (Madrid): </a:t>
            </a: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Curso de React (2025 - 2026)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Especialización en Inteligencia Artificial y Big Data (2025 – actualidad)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Grado Superior en Desarrollo de Aplicaciones Web (2023 – 2025)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711120" y="322920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  <a:latin typeface="Calibri"/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204910"/>
            <a:ext cx="16596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7"/>
              </a:rPr>
              <a:t>GitHub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652" y="4978102"/>
            <a:ext cx="7026508" cy="3168889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5BFBA59-0783-4084-0EC1-4BD02A31D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005" y="2178106"/>
            <a:ext cx="9370914" cy="2506402"/>
          </a:xfrm>
          <a:prstGeom prst="rect">
            <a:avLst/>
          </a:prstGeom>
        </p:spPr>
      </p:pic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6032804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Retos Encontrados (David)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Problemas en la estructura inicial del proyecto y organización de componentes.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Dificultades iniciales en la planificación de tareas.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C6E6-A952-2306-A7C4-CBCE0789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02D27-0E94-2B91-3945-7645E5E51987}"/>
              </a:ext>
            </a:extLst>
          </p:cNvPr>
          <p:cNvSpPr/>
          <p:nvPr/>
        </p:nvSpPr>
        <p:spPr>
          <a:xfrm>
            <a:off x="270989" y="598097"/>
            <a:ext cx="13584860" cy="13382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(Iker)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D3089F6-B303-64EB-6E75-E6AB3E8DA810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Control de acceso: asegurar que sin Login no se pudiera acceder a cesta ni favoritos.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Coordinación entre Firebase y </a:t>
            </a:r>
            <a:r>
              <a:rPr lang="es-ES" sz="4400" noProof="0" dirty="0" err="1">
                <a:solidFill>
                  <a:srgbClr val="E0D6DE"/>
                </a:solidFill>
                <a:ea typeface="+mn-lt"/>
                <a:cs typeface="+mn-lt"/>
              </a:rPr>
              <a:t>localStorage</a:t>
            </a: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8568A66-3356-9945-0394-4A6359E17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23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5B23-409B-C5EC-D06D-912BD88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7E1E804-0530-7694-F1F6-B586FBAE90B3}"/>
              </a:ext>
            </a:extLst>
          </p:cNvPr>
          <p:cNvSpPr/>
          <p:nvPr/>
        </p:nvSpPr>
        <p:spPr>
          <a:xfrm>
            <a:off x="270989" y="598097"/>
            <a:ext cx="13584860" cy="12844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(Ivan)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F413EC-B0F1-7ED1-4BC4-BC6AF10CC131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Problemas al implementar filtros eficientes sin afectar al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usabilidad.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590B3D0-8C3F-D436-D134-9E329982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89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17D55-833A-A7A6-D3B5-923D945B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3026A14-B68C-B6E5-400F-53C90708959D}"/>
              </a:ext>
            </a:extLst>
          </p:cNvPr>
          <p:cNvSpPr/>
          <p:nvPr/>
        </p:nvSpPr>
        <p:spPr>
          <a:xfrm>
            <a:off x="270989" y="598097"/>
            <a:ext cx="13584860" cy="14350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(Noelia)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E0859D-AE37-3084-D02B-88D05876D345}"/>
              </a:ext>
            </a:extLst>
          </p:cNvPr>
          <p:cNvSpPr/>
          <p:nvPr/>
        </p:nvSpPr>
        <p:spPr>
          <a:xfrm>
            <a:off x="270989" y="2276108"/>
            <a:ext cx="13950620" cy="4920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respuesta de chat: comercial tienda tecnológica, hilo de conversación, responder con una pregunta final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3B6E44E-90CB-8855-B879-F5C1BF02C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607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597945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1508</TotalTime>
  <Words>817</Words>
  <Application>Microsoft Office PowerPoint</Application>
  <PresentationFormat>Personalizado</PresentationFormat>
  <Paragraphs>144</Paragraphs>
  <Slides>16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Noto Sans TC</vt:lpstr>
      <vt:lpstr>Calibri</vt:lpstr>
      <vt:lpstr>Arial</vt:lpstr>
      <vt:lpstr>Sora Medium</vt:lpstr>
      <vt:lpstr>Corbel</vt:lpstr>
      <vt:lpstr>Symbol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Iker Martinez</cp:lastModifiedBy>
  <cp:revision>432</cp:revision>
  <dcterms:created xsi:type="dcterms:W3CDTF">2026-01-18T22:42:39Z</dcterms:created>
  <dcterms:modified xsi:type="dcterms:W3CDTF">2026-01-22T13:56:21Z</dcterms:modified>
</cp:coreProperties>
</file>