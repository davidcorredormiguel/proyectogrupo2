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0" r:id="rId13"/>
    <p:sldId id="271" r:id="rId14"/>
    <p:sldId id="272" r:id="rId15"/>
    <p:sldId id="273" r:id="rId16"/>
    <p:sldId id="274" r:id="rId17"/>
  </p:sldIdLst>
  <p:sldSz cx="14630400" cy="8229600"/>
  <p:notesSz cx="8229600" cy="14630400"/>
  <p:embeddedFontLst>
    <p:embeddedFont>
      <p:font typeface="Noto Sans TC" panose="020B0604020202020204" charset="-128"/>
      <p:regular r:id="rId19"/>
    </p:embeddedFont>
    <p:embeddedFont>
      <p:font typeface="Corbel" panose="020B0503020204020204" pitchFamily="34" charset="0"/>
      <p:regular r:id="rId20"/>
      <p:bold r:id="rId21"/>
      <p:italic r:id="rId22"/>
      <p:boldItalic r:id="rId23"/>
    </p:embeddedFont>
    <p:embeddedFont>
      <p:font typeface="Sora Medium" panose="020B0604020202020204" charset="0"/>
      <p:regular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4D7F"/>
    <a:srgbClr val="0BAB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10" Type="http://schemas.openxmlformats.org/officeDocument/2006/relationships/image" Target="../media/image18.pn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699" y="827364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u="sng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n-US" sz="4000" b="1" u="sng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Innovación y Aprendizaje en E-commerce</a:t>
            </a:r>
            <a:endParaRPr lang="en-US" sz="4000" b="1" u="sng" dirty="0">
              <a:solidFill>
                <a:schemeClr val="bg1"/>
              </a:solidFill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667822"/>
            <a:ext cx="5389194" cy="53891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3200" b="1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Presentado por:</a:t>
            </a:r>
            <a:endParaRPr lang="en-US" sz="3200" b="1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David Corredor Miguel</a:t>
            </a:r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Ivan Goded Carrete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Iker Martínez Velasco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Noelia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Alafarga</a:t>
            </a:r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Payá</a:t>
            </a:r>
            <a:endParaRPr lang="es-ES" sz="32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1021978" y="6222278"/>
            <a:ext cx="11930854" cy="1438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900"/>
              </a:lnSpc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Curso de Desarrollo Front-End React</a:t>
            </a:r>
          </a:p>
          <a:p>
            <a:pPr marL="0" indent="0" algn="ctr">
              <a:lnSpc>
                <a:spcPts val="2900"/>
              </a:lnSpc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3200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 u="sng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n-US" sz="3550" b="1" u="sng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n-US" sz="1400" b="1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n-US" sz="1400" b="1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n-US" sz="1400" b="1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353758"/>
            <a:ext cx="5174456" cy="206001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ts val="285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ts val="285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24" y="5152668"/>
            <a:ext cx="1134189" cy="907256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6865" y="5152668"/>
            <a:ext cx="1134189" cy="907256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22506" y="5152668"/>
            <a:ext cx="1134189" cy="9072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38146" y="5152668"/>
            <a:ext cx="1714262" cy="907256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6808" y="6241375"/>
            <a:ext cx="1797725" cy="907256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5984" y="6241375"/>
            <a:ext cx="1239560" cy="907256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96995" y="6241375"/>
            <a:ext cx="1134189" cy="907256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512635" y="6241375"/>
            <a:ext cx="1134189" cy="9072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92702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306097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71308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4331137"/>
            <a:ext cx="5174456" cy="2060019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081" y="5697022"/>
            <a:ext cx="1134189" cy="907256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4722" y="5697022"/>
            <a:ext cx="1134189" cy="907256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0362" y="5697022"/>
            <a:ext cx="1134189" cy="907256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864048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51615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0831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701183"/>
            <a:ext cx="5174456" cy="2060019"/>
          </a:xfrm>
          <a:prstGeom prst="rect">
            <a:avLst/>
          </a:prstGeom>
        </p:spPr>
      </p:pic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9436" y="5942290"/>
            <a:ext cx="850702" cy="623768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589" y="5942290"/>
            <a:ext cx="850702" cy="623768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3742" y="5942290"/>
            <a:ext cx="850702" cy="623768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5894" y="5942290"/>
            <a:ext cx="1189196" cy="623768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36542" y="5942290"/>
            <a:ext cx="1237774" cy="623768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93790" y="2604556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300"/>
              </a:lnSpc>
            </a:pP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n-US" sz="265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93790" y="304659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93790" y="352707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62FB17A3-D3AF-03A5-EC92-6AAEBFF11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626" y="4045937"/>
            <a:ext cx="5487172" cy="2769716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8651424" cy="5233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20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20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36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36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36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3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n-US" sz="3600" dirty="0"/>
          </a:p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282898"/>
            <a:ext cx="59882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93790" y="2125130"/>
            <a:ext cx="5988248" cy="36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93790" y="3121938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3790" y="3376732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checkout seguro.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3790" y="3631526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3790" y="3886320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el detalle de cada artículo.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93790" y="414111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3790" y="5411868"/>
            <a:ext cx="6327815" cy="316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793790" y="5815950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952500" y="597466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377376" y="6002403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CSS, JavaScript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3790" y="6504653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952500" y="6663363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377376" y="6653102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3790" y="7211497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52500" y="7370208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752184" y="7351513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Bedrock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516416" y="2056805"/>
            <a:ext cx="6845043" cy="406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Integración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 IA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soporte instantáneo.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30354" y="2849089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Opciones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tema claro/oscuro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personalizables.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30354" y="310388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Diseño completamente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responsivo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cualquier dispositivo.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30354" y="3358677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Logotipo y branding distintivos para una identidad de marca fuerte.</a:t>
            </a:r>
            <a:endParaRPr lang="en-US" sz="16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846" y="3960614"/>
            <a:ext cx="3800041" cy="38000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n-US" sz="445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MediaMarkt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n-US" sz="150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261" y="1608464"/>
            <a:ext cx="11282648" cy="5088368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n-US" sz="37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Amazon.docx</a:t>
            </a:r>
            <a:endParaRPr lang="en-US" sz="15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" y="2160100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13B9A34-C0C9-1C32-594B-358B2825988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2A06DE-DC35-BF02-E603-59F8E8FACBAB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APP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más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vistos y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productos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recomendados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endParaRPr lang="es-ES" sz="3750" dirty="0">
              <a:solidFill>
                <a:srgbClr val="97B8FF"/>
              </a:solidFill>
              <a:latin typeface="Sora Medium" pitchFamily="34" charset="0"/>
              <a:cs typeface="Sora Medium" pitchFamily="34" charset="-12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2228426"/>
            <a:ext cx="7637502" cy="173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implementa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la pagina principal un scroll horizontal para que muestre los productos más vistos en tiempo real. </a:t>
            </a:r>
            <a:endParaRPr lang="es-ES"/>
          </a:p>
          <a:p>
            <a:endParaRPr lang="en-US"/>
          </a:p>
          <a:p>
            <a:pPr>
              <a:lnSpc>
                <a:spcPts val="2200"/>
              </a:lnSpc>
            </a:pP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Además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cuando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detalles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,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final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recomendados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por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categoria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195" y="3688820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CF7AD84-E07F-0599-F610-E92CF0101A3A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D0A2D7-387E-22FA-E6BF-83E74520F2A3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Funcionamiento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del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ChatBot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846264"/>
            <a:ext cx="7637502" cy="126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Permitir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converse con un bot </a:t>
            </a:r>
            <a:endParaRPr lang="es-ES" dirty="0"/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Mostrar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tiempo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real </a:t>
            </a:r>
            <a:endParaRPr lang="es-ES" dirty="0">
              <a:ea typeface="+mn-lt"/>
              <a:cs typeface="+mn-lt"/>
            </a:endParaRPr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Mantener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historial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endParaRPr lang="en-US" dirty="0" err="1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</a:t>
            </a:r>
            <a:r>
              <a:rPr lang="en-US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 del </a:t>
            </a:r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sistema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719649" y="4971626"/>
            <a:ext cx="7637502" cy="257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React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Node.js y Express </a:t>
            </a:r>
            <a:endParaRPr lang="es-E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El backend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servicio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IA (AWS Bedrock) </a:t>
            </a:r>
            <a:endParaRPr lang="en-U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  <a:p>
            <a:r>
              <a:rPr lang="en-US" sz="1500" dirty="0" err="1">
                <a:solidFill>
                  <a:srgbClr val="E0D6DE"/>
                </a:solidFill>
                <a:ea typeface="Calibri"/>
                <a:cs typeface="Calibri"/>
              </a:rPr>
              <a:t>Despliegue</a:t>
            </a:r>
            <a:r>
              <a:rPr lang="en-US" sz="1500" dirty="0">
                <a:solidFill>
                  <a:srgbClr val="E0D6DE"/>
                </a:solidFill>
                <a:ea typeface="Calibri"/>
                <a:cs typeface="Calibri"/>
              </a:rPr>
              <a:t>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324865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Tecnologias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usadas</a:t>
            </a:r>
            <a:endParaRPr lang="es-E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pic>
        <p:nvPicPr>
          <p:cNvPr id="9" name="Imagen 8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49D1145C-45BE-C038-FC45-961AC3009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369" y="2052814"/>
            <a:ext cx="376237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6D2434-F758-839F-F8D8-696A84FE570F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FEC405-CA39-7735-08E7-E6395ACACCD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Flujo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pregunta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-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respuesta</a:t>
            </a:r>
            <a:endParaRPr lang="en-US" sz="375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y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responde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- 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del bot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n-U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– pulsa enviar – se ejecuta handleSend() </a:t>
            </a:r>
            <a:endParaRPr lang="es-ES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Es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valida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evita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al backend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Accion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limpia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input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UI 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>
              <a:ea typeface="+mn-lt"/>
              <a:cs typeface="+mn-lt"/>
            </a:endParaRP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04A756-F88C-924C-25C5-19CF6CBB1677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A444F63-3119-F5A3-54A8-877EC3BDDF0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BACKEND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Llamada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backend</a:t>
            </a:r>
            <a:endParaRPr lang="en-US" sz="3750" dirty="0" err="1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Separa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backend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Body con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endParaRPr lang="en-U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Petición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HTTP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 AWS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IA genera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texto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Backend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8CE5C9-D0D5-420E-A7D4-48D4434A96A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7A5CFD-B711-418C-7B5E-3DF16DC8EFED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FRONTEND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JSON</a:t>
            </a:r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>
              <a:ea typeface="+mn-lt"/>
              <a:cs typeface="+mn-lt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Retorna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pantalla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bot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696</Words>
  <Application>Microsoft Office PowerPoint</Application>
  <PresentationFormat>Personalizado</PresentationFormat>
  <Paragraphs>155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Corbel</vt:lpstr>
      <vt:lpstr>Sora Medium</vt:lpstr>
      <vt:lpstr>Calibri</vt:lpstr>
      <vt:lpstr>Noto Sans TC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267</cp:revision>
  <dcterms:created xsi:type="dcterms:W3CDTF">2026-01-18T22:42:39Z</dcterms:created>
  <dcterms:modified xsi:type="dcterms:W3CDTF">2026-01-20T10:09:17Z</dcterms:modified>
</cp:coreProperties>
</file>