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67" r:id="rId4"/>
    <p:sldId id="262" r:id="rId5"/>
    <p:sldId id="268" r:id="rId6"/>
    <p:sldId id="293" r:id="rId7"/>
    <p:sldId id="263" r:id="rId8"/>
    <p:sldId id="266" r:id="rId9"/>
    <p:sldId id="264" r:id="rId10"/>
    <p:sldId id="265" r:id="rId11"/>
    <p:sldId id="271" r:id="rId12"/>
    <p:sldId id="288" r:id="rId13"/>
    <p:sldId id="287" r:id="rId14"/>
  </p:sldIdLst>
  <p:sldSz cx="14630400" cy="8229600"/>
  <p:notesSz cx="8229600" cy="14630400"/>
  <p:embeddedFontLst>
    <p:embeddedFont>
      <p:font typeface="Noto Sans TC" panose="020B0604020202020204" charset="-128"/>
      <p:regular r:id="rId16"/>
    </p:embeddedFont>
    <p:embeddedFont>
      <p:font typeface="Corbel" panose="020B0503020204020204" pitchFamily="34" charset="0"/>
      <p:regular r:id="rId17"/>
      <p:bold r:id="rId18"/>
      <p:italic r:id="rId19"/>
      <p:boldItalic r:id="rId20"/>
    </p:embeddedFont>
    <p:embeddedFont>
      <p:font typeface="Sora Medium" panose="020B0604020202020204" charset="0"/>
      <p:regular r:id="rId21"/>
    </p:embeddedFont>
  </p:embeddedFontLst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F3F0CCC-7EF3-2BCE-E966-01205DB42111}" name="Iker Martinez" initials="IM" userId="031a0476b88aa564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ABB6"/>
    <a:srgbClr val="154D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AF2DCE-D221-BC89-A846-1A0F8FE7964D}" v="742" dt="2026-01-19T15:05:28.7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597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viewProps" Target="viewProps.xml"/><Relationship Id="rId28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AFARGA PAYÁ, NOELIA" userId="S::noealapay@alu.edu.gva.es::0f7d828b-fef2-45dd-aa63-66f36ab4b478" providerId="AD" clId="Web-{CCAF2DCE-D221-BC89-A846-1A0F8FE7964D}"/>
    <pc:docChg chg="addSld modSld">
      <pc:chgData name="ALAFARGA PAYÁ, NOELIA" userId="S::noealapay@alu.edu.gva.es::0f7d828b-fef2-45dd-aa63-66f36ab4b478" providerId="AD" clId="Web-{CCAF2DCE-D221-BC89-A846-1A0F8FE7964D}" dt="2026-01-19T15:05:28.726" v="662" actId="1076"/>
      <pc:docMkLst>
        <pc:docMk/>
      </pc:docMkLst>
      <pc:sldChg chg="addSp delSp modSp">
        <pc:chgData name="ALAFARGA PAYÁ, NOELIA" userId="S::noealapay@alu.edu.gva.es::0f7d828b-fef2-45dd-aa63-66f36ab4b478" providerId="AD" clId="Web-{CCAF2DCE-D221-BC89-A846-1A0F8FE7964D}" dt="2026-01-19T13:19:43.665" v="50" actId="20577"/>
        <pc:sldMkLst>
          <pc:docMk/>
          <pc:sldMk cId="0" sldId="258"/>
        </pc:sldMkLst>
        <pc:spChg chg="add del mod">
          <ac:chgData name="ALAFARGA PAYÁ, NOELIA" userId="S::noealapay@alu.edu.gva.es::0f7d828b-fef2-45dd-aa63-66f36ab4b478" providerId="AD" clId="Web-{CCAF2DCE-D221-BC89-A846-1A0F8FE7964D}" dt="2026-01-19T13:19:07.399" v="23"/>
          <ac:spMkLst>
            <pc:docMk/>
            <pc:sldMk cId="0" sldId="258"/>
            <ac:spMk id="26" creationId="{23941956-10DD-B7D1-858A-4CBFBDA5834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19:43.665" v="50" actId="20577"/>
          <ac:spMkLst>
            <pc:docMk/>
            <pc:sldMk cId="0" sldId="258"/>
            <ac:spMk id="27" creationId="{9BDB0973-D89D-1FD3-5432-EC1E681113F2}"/>
          </ac:spMkLst>
        </pc:sp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3:43:03.309" v="369" actId="1076"/>
        <pc:sldMkLst>
          <pc:docMk/>
          <pc:sldMk cId="1911477895" sldId="269"/>
        </pc:sldMkLst>
        <pc:spChg chg="mod">
          <ac:chgData name="ALAFARGA PAYÁ, NOELIA" userId="S::noealapay@alu.edu.gva.es::0f7d828b-fef2-45dd-aa63-66f36ab4b478" providerId="AD" clId="Web-{CCAF2DCE-D221-BC89-A846-1A0F8FE7964D}" dt="2026-01-19T13:42:53.402" v="368" actId="1076"/>
          <ac:spMkLst>
            <pc:docMk/>
            <pc:sldMk cId="1911477895" sldId="269"/>
            <ac:spMk id="5" creationId="{56F71887-1E18-70E9-367D-0BB9890E4B76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47.318" v="356" actId="1076"/>
          <ac:spMkLst>
            <pc:docMk/>
            <pc:sldMk cId="1911477895" sldId="269"/>
            <ac:spMk id="6" creationId="{5F0689C2-FE47-3BDD-2873-00E5D7A1F4E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52.990" v="357" actId="1076"/>
          <ac:spMkLst>
            <pc:docMk/>
            <pc:sldMk cId="1911477895" sldId="269"/>
            <ac:spMk id="7" creationId="{E236587E-81F9-0D4A-F273-30823100F6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3:03.309" v="369" actId="1076"/>
          <ac:spMkLst>
            <pc:docMk/>
            <pc:sldMk cId="1911477895" sldId="269"/>
            <ac:spMk id="9" creationId="{118A07C5-EC66-92A6-C903-78703FD2DF9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8.495" v="366" actId="1076"/>
          <ac:spMkLst>
            <pc:docMk/>
            <pc:sldMk cId="1911477895" sldId="269"/>
            <ac:spMk id="10" creationId="{CD3E15D2-DA87-FA4A-DDD2-3647D9DB1FC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3.932" v="365" actId="1076"/>
          <ac:spMkLst>
            <pc:docMk/>
            <pc:sldMk cId="1911477895" sldId="269"/>
            <ac:spMk id="11" creationId="{BC248928-5991-E0BC-288B-85A5DF55C6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27.588" v="364" actId="1076"/>
          <ac:spMkLst>
            <pc:docMk/>
            <pc:sldMk cId="1911477895" sldId="269"/>
            <ac:spMk id="12" creationId="{FA32F16B-F76E-BAFA-722C-5235263C635E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3:25:17.137" v="165"/>
          <ac:spMkLst>
            <pc:docMk/>
            <pc:sldMk cId="1911477895" sldId="269"/>
            <ac:spMk id="13" creationId="{BCC2947D-025B-E248-2B2A-B15F5161A7F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17.790" v="363" actId="1076"/>
          <ac:spMkLst>
            <pc:docMk/>
            <pc:sldMk cId="1911477895" sldId="269"/>
            <ac:spMk id="14" creationId="{BDF7498E-2BE4-9723-3687-40EF4A1F2BEE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10.243" v="362" actId="1076"/>
          <ac:spMkLst>
            <pc:docMk/>
            <pc:sldMk cId="1911477895" sldId="269"/>
            <ac:spMk id="20" creationId="{BC3432E2-D36A-8A3A-BA60-B447F6C59EE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03.898" v="361" actId="1076"/>
          <ac:spMkLst>
            <pc:docMk/>
            <pc:sldMk cId="1911477895" sldId="269"/>
            <ac:spMk id="21" creationId="{D85CB39C-0BBA-7A04-C548-BE023EEBB8D5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3:27:02.700" v="236"/>
          <ac:picMkLst>
            <pc:docMk/>
            <pc:sldMk cId="1911477895" sldId="269"/>
            <ac:picMk id="8" creationId="{8B345D24-32E7-C3B4-70D8-C0BFBB37E14E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6:59.544" v="231"/>
          <ac:picMkLst>
            <pc:docMk/>
            <pc:sldMk cId="1911477895" sldId="269"/>
            <ac:picMk id="15" creationId="{E1D19AFF-F21D-F464-CF16-E55C3D619ED2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0.356" v="232"/>
          <ac:picMkLst>
            <pc:docMk/>
            <pc:sldMk cId="1911477895" sldId="269"/>
            <ac:picMk id="16" creationId="{5A9DA858-8033-CC06-2BEA-86DE7BF6E2F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012" v="233"/>
          <ac:picMkLst>
            <pc:docMk/>
            <pc:sldMk cId="1911477895" sldId="269"/>
            <ac:picMk id="17" creationId="{518BABE8-FD23-B487-8EAB-49F7307D15C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512" v="234"/>
          <ac:picMkLst>
            <pc:docMk/>
            <pc:sldMk cId="1911477895" sldId="269"/>
            <ac:picMk id="18" creationId="{71B1AEEB-0205-D510-51D0-456467AE740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2.153" v="235"/>
          <ac:picMkLst>
            <pc:docMk/>
            <pc:sldMk cId="1911477895" sldId="269"/>
            <ac:picMk id="19" creationId="{3F363D71-C55C-7F64-FD5F-8A0134A50C77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3:41:54.148" v="360" actId="1076"/>
          <ac:picMkLst>
            <pc:docMk/>
            <pc:sldMk cId="1911477895" sldId="269"/>
            <ac:picMk id="22" creationId="{62FB17A3-D3AF-03A5-EC92-6AAEBFF113C7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4:12:33.374" v="397" actId="1076"/>
        <pc:sldMkLst>
          <pc:docMk/>
          <pc:sldMk cId="539674223" sldId="270"/>
        </pc:sldMkLst>
        <pc:spChg chg="mod">
          <ac:chgData name="ALAFARGA PAYÁ, NOELIA" userId="S::noealapay@alu.edu.gva.es::0f7d828b-fef2-45dd-aa63-66f36ab4b478" providerId="AD" clId="Web-{CCAF2DCE-D221-BC89-A846-1A0F8FE7964D}" dt="2026-01-19T14:12:22.483" v="396" actId="20577"/>
          <ac:spMkLst>
            <pc:docMk/>
            <pc:sldMk cId="539674223" sldId="270"/>
            <ac:spMk id="3" creationId="{7E2A06DE-DC35-BF02-E603-59F8E8FACBA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2:33.374" v="397" actId="1076"/>
          <ac:spMkLst>
            <pc:docMk/>
            <pc:sldMk cId="539674223" sldId="270"/>
            <ac:spMk id="4" creationId="{CDB2E0BC-C6BB-6E59-940C-1B5520BF31E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09:56.822" v="386" actId="14100"/>
          <ac:spMkLst>
            <pc:docMk/>
            <pc:sldMk cId="539674223" sldId="270"/>
            <ac:spMk id="5" creationId="{349D1DFF-FC69-794A-BD1F-BCF7163F693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23.853" v="376"/>
          <ac:spMkLst>
            <pc:docMk/>
            <pc:sldMk cId="539674223" sldId="270"/>
            <ac:spMk id="6" creationId="{C743DBDA-A7A8-4D21-89D9-002668F6D385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8.087" v="379"/>
          <ac:spMkLst>
            <pc:docMk/>
            <pc:sldMk cId="539674223" sldId="270"/>
            <ac:spMk id="7" creationId="{2B3B50E7-C222-5675-8BE0-7E2FB5EB52ED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9.166" v="380"/>
          <ac:spMkLst>
            <pc:docMk/>
            <pc:sldMk cId="539674223" sldId="270"/>
            <ac:spMk id="8" creationId="{5C39B4ED-CA45-DD81-0B04-D46B91115EF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3.103" v="381"/>
          <ac:spMkLst>
            <pc:docMk/>
            <pc:sldMk cId="539674223" sldId="270"/>
            <ac:spMk id="9" creationId="{9AF7B53E-534D-1725-17BE-0EA589DEC88A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5.666" v="382"/>
          <ac:spMkLst>
            <pc:docMk/>
            <pc:sldMk cId="539674223" sldId="270"/>
            <ac:spMk id="10" creationId="{E8855BC3-FE56-F8FA-77D6-A75156E86E6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7.681" v="383"/>
          <ac:spMkLst>
            <pc:docMk/>
            <pc:sldMk cId="539674223" sldId="270"/>
            <ac:spMk id="11" creationId="{EC6A698C-316C-7AF7-B21C-0A07089B264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0.603" v="384"/>
          <ac:spMkLst>
            <pc:docMk/>
            <pc:sldMk cId="539674223" sldId="270"/>
            <ac:spMk id="12" creationId="{B31E96D1-0E82-0D63-9053-0347647A420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2.760" v="385"/>
          <ac:spMkLst>
            <pc:docMk/>
            <pc:sldMk cId="539674223" sldId="270"/>
            <ac:spMk id="13" creationId="{C37669AA-992C-D5D3-5CA3-67DB258386FE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4:09:58.979" v="387"/>
          <ac:picMkLst>
            <pc:docMk/>
            <pc:sldMk cId="539674223" sldId="270"/>
            <ac:picMk id="14" creationId="{F2E9DB91-8810-878F-ED5A-197A4E7C9128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1:10.684" v="389" actId="1076"/>
          <ac:picMkLst>
            <pc:docMk/>
            <pc:sldMk cId="539674223" sldId="270"/>
            <ac:picMk id="15" creationId="{2F31149D-3ADF-6322-207C-A5DEB6BD43DF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2:01.154" v="393" actId="1076"/>
          <ac:picMkLst>
            <pc:docMk/>
            <pc:sldMk cId="539674223" sldId="270"/>
            <ac:picMk id="16" creationId="{C6001C7C-F067-F647-FB6A-6F7AA71783E1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5:05:28.726" v="662" actId="1076"/>
        <pc:sldMkLst>
          <pc:docMk/>
          <pc:sldMk cId="771716945" sldId="271"/>
        </pc:sldMkLst>
        <pc:spChg chg="mod">
          <ac:chgData name="ALAFARGA PAYÁ, NOELIA" userId="S::noealapay@alu.edu.gva.es::0f7d828b-fef2-45dd-aa63-66f36ab4b478" providerId="AD" clId="Web-{CCAF2DCE-D221-BC89-A846-1A0F8FE7964D}" dt="2026-01-19T14:14:36.971" v="404" actId="20577"/>
          <ac:spMkLst>
            <pc:docMk/>
            <pc:sldMk cId="771716945" sldId="271"/>
            <ac:spMk id="3" creationId="{1FD0A2D7-387E-22FA-E6BF-83E74520F2A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4:54.783" v="417" actId="20577"/>
          <ac:spMkLst>
            <pc:docMk/>
            <pc:sldMk cId="771716945" sldId="271"/>
            <ac:spMk id="4" creationId="{2F292354-B0CD-FDC4-121D-8ACE30A8AA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0:43.652" v="428" actId="14100"/>
          <ac:spMkLst>
            <pc:docMk/>
            <pc:sldMk cId="771716945" sldId="271"/>
            <ac:spMk id="5" creationId="{484E35B4-7030-E571-6879-86C1AE593621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13.531" v="484" actId="20577"/>
          <ac:spMkLst>
            <pc:docMk/>
            <pc:sldMk cId="771716945" sldId="271"/>
            <ac:spMk id="6" creationId="{55598968-8170-EF23-639C-62FA5AC0BC6D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3:26.208" v="519" actId="14100"/>
          <ac:spMkLst>
            <pc:docMk/>
            <pc:sldMk cId="771716945" sldId="271"/>
            <ac:spMk id="7" creationId="{A2E4C3E5-CF42-BAC2-0D4D-5484FE6F8D9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55.831" v="486" actId="20577"/>
          <ac:spMkLst>
            <pc:docMk/>
            <pc:sldMk cId="771716945" sldId="271"/>
            <ac:spMk id="8" creationId="{DA6EA74C-DAE0-483A-3B42-4239965929C5}"/>
          </ac:spMkLst>
        </pc:spChg>
        <pc:picChg chg="add mod">
          <ac:chgData name="ALAFARGA PAYÁ, NOELIA" userId="S::noealapay@alu.edu.gva.es::0f7d828b-fef2-45dd-aa63-66f36ab4b478" providerId="AD" clId="Web-{CCAF2DCE-D221-BC89-A846-1A0F8FE7964D}" dt="2026-01-19T15:05:28.726" v="662" actId="1076"/>
          <ac:picMkLst>
            <pc:docMk/>
            <pc:sldMk cId="771716945" sldId="271"/>
            <ac:picMk id="9" creationId="{49D1145C-45BE-C038-FC45-961AC3009FA3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29.643" v="418"/>
          <ac:picMkLst>
            <pc:docMk/>
            <pc:sldMk cId="771716945" sldId="271"/>
            <ac:picMk id="15" creationId="{E85B1B0B-B28C-540F-075D-44306470546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30.222" v="419"/>
          <ac:picMkLst>
            <pc:docMk/>
            <pc:sldMk cId="771716945" sldId="271"/>
            <ac:picMk id="16" creationId="{218DDCFA-1328-D11B-BFF0-BCDF077680F8}"/>
          </ac:picMkLst>
        </pc:pic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30:09.528" v="482" actId="1076"/>
        <pc:sldMkLst>
          <pc:docMk/>
          <pc:sldMk cId="1686336812" sldId="272"/>
        </pc:sldMkLst>
        <pc:spChg chg="mod">
          <ac:chgData name="ALAFARGA PAYÁ, NOELIA" userId="S::noealapay@alu.edu.gva.es::0f7d828b-fef2-45dd-aa63-66f36ab4b478" providerId="AD" clId="Web-{CCAF2DCE-D221-BC89-A846-1A0F8FE7964D}" dt="2026-01-19T14:24:12.583" v="456" actId="20577"/>
          <ac:spMkLst>
            <pc:docMk/>
            <pc:sldMk cId="1686336812" sldId="272"/>
            <ac:spMk id="4" creationId="{5C9DB1B9-C9CC-9714-6A35-90CC3CADA62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2.449" v="479" actId="1076"/>
          <ac:spMkLst>
            <pc:docMk/>
            <pc:sldMk cId="1686336812" sldId="272"/>
            <ac:spMk id="5" creationId="{4D3D626C-0BF7-725D-0EBE-6EDB18E5525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8.246" v="481" actId="20577"/>
          <ac:spMkLst>
            <pc:docMk/>
            <pc:sldMk cId="1686336812" sldId="272"/>
            <ac:spMk id="6" creationId="{28B06D7A-2891-3C92-DE21-95281A3C2AF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32.558" v="469" actId="14100"/>
          <ac:spMkLst>
            <pc:docMk/>
            <pc:sldMk cId="1686336812" sldId="272"/>
            <ac:spMk id="7" creationId="{FBAC5E04-53EE-55BE-D867-D47CF47FA177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11.089" v="465" actId="1076"/>
          <ac:spMkLst>
            <pc:docMk/>
            <pc:sldMk cId="1686336812" sldId="272"/>
            <ac:spMk id="8" creationId="{DD7813E6-62AC-4673-6A44-9A02C299D13F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30:09.528" v="482" actId="1076"/>
          <ac:spMkLst>
            <pc:docMk/>
            <pc:sldMk cId="1686336812" sldId="272"/>
            <ac:spMk id="9" creationId="{8243C9B8-BD5D-CDC6-CF8C-CF290E03DD1C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29:22.168" v="475" actId="20577"/>
          <ac:spMkLst>
            <pc:docMk/>
            <pc:sldMk cId="1686336812" sldId="272"/>
            <ac:spMk id="10" creationId="{7C52966C-BA2E-4AD9-7780-AA94832A978E}"/>
          </ac:spMkLst>
        </pc:sp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59:27.424" v="567" actId="20577"/>
        <pc:sldMkLst>
          <pc:docMk/>
          <pc:sldMk cId="2621555866" sldId="273"/>
        </pc:sldMkLst>
        <pc:spChg chg="mod">
          <ac:chgData name="ALAFARGA PAYÁ, NOELIA" userId="S::noealapay@alu.edu.gva.es::0f7d828b-fef2-45dd-aa63-66f36ab4b478" providerId="AD" clId="Web-{CCAF2DCE-D221-BC89-A846-1A0F8FE7964D}" dt="2026-01-19T14:54:32.509" v="530" actId="20577"/>
          <ac:spMkLst>
            <pc:docMk/>
            <pc:sldMk cId="2621555866" sldId="273"/>
            <ac:spMk id="3" creationId="{6A444F63-3119-F5A3-54A8-877EC3BDDF0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4:53.322" v="536" actId="20577"/>
          <ac:spMkLst>
            <pc:docMk/>
            <pc:sldMk cId="2621555866" sldId="273"/>
            <ac:spMk id="4" creationId="{1FC635ED-49C8-84A1-45A5-2E151C40760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21.635" v="546" actId="20577"/>
          <ac:spMkLst>
            <pc:docMk/>
            <pc:sldMk cId="2621555866" sldId="273"/>
            <ac:spMk id="5" creationId="{E2A53D67-013A-787C-0AEF-ACD13EF3374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12.229" v="542" actId="20577"/>
          <ac:spMkLst>
            <pc:docMk/>
            <pc:sldMk cId="2621555866" sldId="273"/>
            <ac:spMk id="6" creationId="{887FE4BB-8881-56A7-5149-06DDCD29F7C2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5.949" v="550" actId="20577"/>
          <ac:spMkLst>
            <pc:docMk/>
            <pc:sldMk cId="2621555866" sldId="273"/>
            <ac:spMk id="7" creationId="{0A6FA11D-78D8-DC7D-BD94-BD8DB39803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36.714" v="548" actId="20577"/>
          <ac:spMkLst>
            <pc:docMk/>
            <pc:sldMk cId="2621555866" sldId="273"/>
            <ac:spMk id="8" creationId="{C26B0FF5-C942-53F4-81D0-ECA7CF5CFEA5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7:31.671" v="555" actId="20577"/>
          <ac:spMkLst>
            <pc:docMk/>
            <pc:sldMk cId="2621555866" sldId="273"/>
            <ac:spMk id="9" creationId="{9B7DF52D-74D5-4B8B-8033-1F303B3FCE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8.621" v="551" actId="20577"/>
          <ac:spMkLst>
            <pc:docMk/>
            <pc:sldMk cId="2621555866" sldId="273"/>
            <ac:spMk id="10" creationId="{A3EB5CB6-2E9E-4FF6-792D-C9D62D7971C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9:27.424" v="567" actId="20577"/>
          <ac:spMkLst>
            <pc:docMk/>
            <pc:sldMk cId="2621555866" sldId="273"/>
            <ac:spMk id="11" creationId="{7EAA046F-CCFC-8E68-43E7-A7D85AD7BC58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8:11.094" v="565" actId="20577"/>
          <ac:spMkLst>
            <pc:docMk/>
            <pc:sldMk cId="2621555866" sldId="273"/>
            <ac:spMk id="12" creationId="{FFEA6479-F5C6-DC83-C419-5E3C9FEB1A52}"/>
          </ac:spMkLst>
        </pc:spChg>
      </pc:sldChg>
      <pc:sldChg chg="delSp modSp add replId">
        <pc:chgData name="ALAFARGA PAYÁ, NOELIA" userId="S::noealapay@alu.edu.gva.es::0f7d828b-fef2-45dd-aa63-66f36ab4b478" providerId="AD" clId="Web-{CCAF2DCE-D221-BC89-A846-1A0F8FE7964D}" dt="2026-01-19T15:05:01.460" v="660"/>
        <pc:sldMkLst>
          <pc:docMk/>
          <pc:sldMk cId="1148993387" sldId="274"/>
        </pc:sldMkLst>
        <pc:spChg chg="mod">
          <ac:chgData name="ALAFARGA PAYÁ, NOELIA" userId="S::noealapay@alu.edu.gva.es::0f7d828b-fef2-45dd-aa63-66f36ab4b478" providerId="AD" clId="Web-{CCAF2DCE-D221-BC89-A846-1A0F8FE7964D}" dt="2026-01-19T15:00:29.237" v="595" actId="20577"/>
          <ac:spMkLst>
            <pc:docMk/>
            <pc:sldMk cId="1148993387" sldId="274"/>
            <ac:spMk id="3" creationId="{AA7A5CFD-B711-418C-7B5E-3DF16DC8EFED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25.284" v="592" actId="20577"/>
          <ac:spMkLst>
            <pc:docMk/>
            <pc:sldMk cId="1148993387" sldId="274"/>
            <ac:spMk id="4" creationId="{A1F8A4DE-7EB0-7760-580B-020519E92F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1:05.238" v="614" actId="20577"/>
          <ac:spMkLst>
            <pc:docMk/>
            <pc:sldMk cId="1148993387" sldId="274"/>
            <ac:spMk id="5" creationId="{7E41EEF8-1136-BFA2-785C-50C47591D6B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44.566" v="596" actId="20577"/>
          <ac:spMkLst>
            <pc:docMk/>
            <pc:sldMk cId="1148993387" sldId="274"/>
            <ac:spMk id="6" creationId="{ECD1D570-2EBA-6AEA-AF19-4EF8CC164EE0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8.755" v="645" actId="1076"/>
          <ac:spMkLst>
            <pc:docMk/>
            <pc:sldMk cId="1148993387" sldId="274"/>
            <ac:spMk id="7" creationId="{903026B7-B4FD-BCC7-3C21-A22A5488FBE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5.208" v="644" actId="14100"/>
          <ac:spMkLst>
            <pc:docMk/>
            <pc:sldMk cId="1148993387" sldId="274"/>
            <ac:spMk id="8" creationId="{2DD26873-4D13-3749-E74E-7EBD4CF3C46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5.787" v="655" actId="20577"/>
          <ac:spMkLst>
            <pc:docMk/>
            <pc:sldMk cId="1148993387" sldId="274"/>
            <ac:spMk id="9" creationId="{5E5E714A-49D7-67CB-8FC7-A35197ED82B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8.146" v="656" actId="1076"/>
          <ac:spMkLst>
            <pc:docMk/>
            <pc:sldMk cId="1148993387" sldId="274"/>
            <ac:spMk id="10" creationId="{01EDDB2D-ED62-1073-96C0-CF2D85FC559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5:04:58.585" v="659"/>
          <ac:spMkLst>
            <pc:docMk/>
            <pc:sldMk cId="1148993387" sldId="274"/>
            <ac:spMk id="11" creationId="{84F7B2AC-BE91-54B2-32AA-CEE1B88C22C3}"/>
          </ac:spMkLst>
        </pc:spChg>
        <pc:spChg chg="del mod">
          <ac:chgData name="ALAFARGA PAYÁ, NOELIA" userId="S::noealapay@alu.edu.gva.es::0f7d828b-fef2-45dd-aa63-66f36ab4b478" providerId="AD" clId="Web-{CCAF2DCE-D221-BC89-A846-1A0F8FE7964D}" dt="2026-01-19T15:05:01.460" v="660"/>
          <ac:spMkLst>
            <pc:docMk/>
            <pc:sldMk cId="1148993387" sldId="274"/>
            <ac:spMk id="12" creationId="{AA8B9572-A57A-23E4-3CC9-629DF835FB2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10788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marL="216000" indent="-216000">
              <a:buNone/>
            </a:pPr>
            <a:endParaRPr lang="es-E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8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19658FDC-0273-4DAE-89D4-D3261AF95527}" type="slidenum">
              <a:rPr lang="en-US" sz="1800" b="0" strike="noStrike" spc="-1">
                <a:solidFill>
                  <a:schemeClr val="dk1"/>
                </a:solidFill>
                <a:latin typeface="+mn-lt"/>
                <a:ea typeface="+mn-ea"/>
              </a:rPr>
              <a:t>6</a:t>
            </a:fld>
            <a:endParaRPr lang="es-ES" sz="18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EE08D-F5BB-F5F5-5043-90A2DD84B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6D149-154C-1073-C059-9AF55131F4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FAEF00-F52D-BA18-F2A8-83E36B6B08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B76F4-1F48-CA43-75F3-89C84DCAA5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8445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D98CC-DC4D-19CE-0576-6F0353BA3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127358-1D5F-96B5-749F-E88371B0BD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A4BDEC-CA29-44F5-C21C-AF08466FE8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DD94E4-A039-320A-5FA7-82DC65549A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6196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royectoreact-01-d72fe.web.app/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jpg"/><Relationship Id="rId3" Type="http://schemas.openxmlformats.org/officeDocument/2006/relationships/hyperlink" Target="https://es.linkedin.com/in/david-corredor-miguel-7b057624a" TargetMode="External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hyperlink" Target="https://github.com/DavidCorredorMiguel?tab=repositories" TargetMode="External"/><Relationship Id="rId9" Type="http://schemas.openxmlformats.org/officeDocument/2006/relationships/image" Target="../media/image11.png"/><Relationship Id="rId14" Type="http://schemas.openxmlformats.org/officeDocument/2006/relationships/image" Target="../media/image16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18.png"/><Relationship Id="rId3" Type="http://schemas.openxmlformats.org/officeDocument/2006/relationships/hyperlink" Target="https://es.linkedin.com/in/iker-martinez-dev/" TargetMode="External"/><Relationship Id="rId7" Type="http://schemas.openxmlformats.org/officeDocument/2006/relationships/image" Target="../media/image21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4.jpg"/><Relationship Id="rId5" Type="http://schemas.openxmlformats.org/officeDocument/2006/relationships/image" Target="../media/image19.png"/><Relationship Id="rId10" Type="http://schemas.openxmlformats.org/officeDocument/2006/relationships/image" Target="../media/image16.jpeg"/><Relationship Id="rId4" Type="http://schemas.openxmlformats.org/officeDocument/2006/relationships/hyperlink" Target="https://github.com/moimenta84?tab=repositories" TargetMode="External"/><Relationship Id="rId9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hyperlink" Target="https://github.com/ivangc1?tab=repositories" TargetMode="External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7.png"/><Relationship Id="rId5" Type="http://schemas.openxmlformats.org/officeDocument/2006/relationships/image" Target="../media/image8.png"/><Relationship Id="rId10" Type="http://schemas.openxmlformats.org/officeDocument/2006/relationships/image" Target="../media/image16.jpeg"/><Relationship Id="rId4" Type="http://schemas.openxmlformats.org/officeDocument/2006/relationships/image" Target="../media/image7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s.linkedin.com/in/noelia-alafarga-backend" TargetMode="External"/><Relationship Id="rId7" Type="http://schemas.openxmlformats.org/officeDocument/2006/relationships/hyperlink" Target="https://github.com/noelianikolatesla?tab=repositorie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jpeg"/><Relationship Id="rId5" Type="http://schemas.openxmlformats.org/officeDocument/2006/relationships/image" Target="../media/image25.jpeg"/><Relationship Id="rId4" Type="http://schemas.openxmlformats.org/officeDocument/2006/relationships/hyperlink" Target="https://portfolio-noelia.web.app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link-to-study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svg"/><Relationship Id="rId5" Type="http://schemas.openxmlformats.org/officeDocument/2006/relationships/image" Target="../media/image28.png"/><Relationship Id="rId4" Type="http://schemas.openxmlformats.org/officeDocument/2006/relationships/image" Target="../media/image27.web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31289" y="205509"/>
            <a:ext cx="14167821" cy="10556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4800" u="sng" noProof="0" dirty="0" err="1">
                <a:solidFill>
                  <a:srgbClr val="0BABB6"/>
                </a:solidFill>
                <a:latin typeface="+mj-lt"/>
                <a:cs typeface="Sora Medium" pitchFamily="34" charset="-120"/>
              </a:rPr>
              <a:t>Tech</a:t>
            </a:r>
            <a:r>
              <a:rPr lang="es-ES" sz="4800" noProof="0" dirty="0">
                <a:solidFill>
                  <a:srgbClr val="0BABB6"/>
                </a:solidFill>
                <a:latin typeface="+mj-lt"/>
                <a:cs typeface="Sora Medium" pitchFamily="34" charset="-120"/>
              </a:rPr>
              <a:t> </a:t>
            </a:r>
            <a:r>
              <a:rPr lang="es-ES" sz="4800" u="sng" noProof="0" dirty="0">
                <a:solidFill>
                  <a:srgbClr val="154D7F"/>
                </a:solidFill>
                <a:latin typeface="+mj-lt"/>
                <a:cs typeface="Sora Medium" pitchFamily="34" charset="-120"/>
              </a:rPr>
              <a:t>&amp;</a:t>
            </a:r>
            <a:r>
              <a:rPr lang="es-ES" sz="4800" noProof="0" dirty="0">
                <a:solidFill>
                  <a:srgbClr val="0BABB6"/>
                </a:solidFill>
                <a:latin typeface="+mj-lt"/>
                <a:cs typeface="Sora Medium" pitchFamily="34" charset="-120"/>
              </a:rPr>
              <a:t> </a:t>
            </a:r>
            <a:r>
              <a:rPr lang="es-ES" sz="4800" u="sng" noProof="0" dirty="0">
                <a:solidFill>
                  <a:srgbClr val="FFC000"/>
                </a:solidFill>
                <a:latin typeface="+mj-lt"/>
                <a:cs typeface="Sora Medium" pitchFamily="34" charset="-120"/>
              </a:rPr>
              <a:t>Learn</a:t>
            </a:r>
            <a:r>
              <a:rPr lang="es-ES" sz="4800" b="1" noProof="0" dirty="0">
                <a:solidFill>
                  <a:schemeClr val="bg1"/>
                </a:solidFill>
                <a:latin typeface="+mj-lt"/>
                <a:ea typeface="Sora Medium" pitchFamily="34" charset="-122"/>
                <a:cs typeface="Sora Medium" pitchFamily="34" charset="-120"/>
              </a:rPr>
              <a:t>: </a:t>
            </a:r>
            <a:r>
              <a:rPr lang="es-ES" sz="4800" b="1" u="sng" noProof="0" dirty="0">
                <a:solidFill>
                  <a:schemeClr val="bg1"/>
                </a:solidFill>
                <a:latin typeface="+mj-lt"/>
                <a:ea typeface="Sora Medium" pitchFamily="34" charset="-122"/>
                <a:cs typeface="Sora Medium" pitchFamily="34" charset="-120"/>
              </a:rPr>
              <a:t>Innovación y Aprendizaje en E-commerce</a:t>
            </a:r>
            <a:endParaRPr lang="es-ES" sz="4800" b="1" u="sng" noProof="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Text 1"/>
          <p:cNvSpPr/>
          <p:nvPr/>
        </p:nvSpPr>
        <p:spPr>
          <a:xfrm>
            <a:off x="8218842" y="2216075"/>
            <a:ext cx="4570831" cy="756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s-ES" sz="3200" b="1" noProof="0" dirty="0">
              <a:solidFill>
                <a:schemeClr val="bg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7508452" y="3305917"/>
            <a:ext cx="6013524" cy="26889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s-ES" sz="2800" noProof="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F4E09FAE-E5E9-F671-6062-D0D5F1C96436}"/>
              </a:ext>
            </a:extLst>
          </p:cNvPr>
          <p:cNvSpPr/>
          <p:nvPr/>
        </p:nvSpPr>
        <p:spPr>
          <a:xfrm>
            <a:off x="73172" y="2687744"/>
            <a:ext cx="5263376" cy="1860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b="1" noProof="0" dirty="0">
                <a:solidFill>
                  <a:schemeClr val="bg1"/>
                </a:solidFill>
                <a:ea typeface="Sora Medium" pitchFamily="34" charset="-122"/>
                <a:cs typeface="Sora Medium" pitchFamily="34" charset="-120"/>
              </a:rPr>
              <a:t>Desarrollo Front-End React</a:t>
            </a:r>
          </a:p>
        </p:txBody>
      </p:sp>
      <p:pic>
        <p:nvPicPr>
          <p:cNvPr id="8" name="Imagen 7" descr="Forma&#10;&#10;El contenido generado por IA puede ser incorrecto.">
            <a:extLst>
              <a:ext uri="{FF2B5EF4-FFF2-40B4-BE49-F238E27FC236}">
                <a16:creationId xmlns:a16="http://schemas.microsoft.com/office/drawing/2014/main" id="{48C22998-9A5B-14CE-C219-E2DB9BC8FC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82" y="4216998"/>
            <a:ext cx="4069142" cy="3807093"/>
          </a:xfrm>
          <a:prstGeom prst="rect">
            <a:avLst/>
          </a:prstGeom>
        </p:spPr>
      </p:pic>
      <p:pic>
        <p:nvPicPr>
          <p:cNvPr id="16" name="Imagen 15" descr="Texto&#10;&#10;El contenido generado por IA puede ser incorrecto.">
            <a:extLst>
              <a:ext uri="{FF2B5EF4-FFF2-40B4-BE49-F238E27FC236}">
                <a16:creationId xmlns:a16="http://schemas.microsoft.com/office/drawing/2014/main" id="{543772AF-A6CB-23F5-5B10-93E935D572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8565" y="3927772"/>
            <a:ext cx="6561836" cy="4301828"/>
          </a:xfrm>
          <a:prstGeom prst="rect">
            <a:avLst/>
          </a:prstGeom>
        </p:spPr>
      </p:pic>
      <p:pic>
        <p:nvPicPr>
          <p:cNvPr id="17" name="Image 0" descr="preencoded.png">
            <a:extLst>
              <a:ext uri="{FF2B5EF4-FFF2-40B4-BE49-F238E27FC236}">
                <a16:creationId xmlns:a16="http://schemas.microsoft.com/office/drawing/2014/main" id="{76EAE348-3DDD-EE8A-0A6E-D994A4078D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5227" y="528503"/>
            <a:ext cx="4888627" cy="4888627"/>
          </a:xfrm>
          <a:prstGeom prst="rect">
            <a:avLst/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BF1D6BA5-4657-F9E8-E6DF-492A58022B4A}"/>
              </a:ext>
            </a:extLst>
          </p:cNvPr>
          <p:cNvSpPr/>
          <p:nvPr/>
        </p:nvSpPr>
        <p:spPr>
          <a:xfrm>
            <a:off x="8101876" y="1822141"/>
            <a:ext cx="6297234" cy="18288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2800" dirty="0">
                <a:solidFill>
                  <a:srgbClr val="FF0000"/>
                </a:solidFill>
              </a:rPr>
              <a:t>App: </a:t>
            </a:r>
          </a:p>
          <a:p>
            <a:pPr algn="ctr"/>
            <a:r>
              <a:rPr lang="es-ES" sz="2800" dirty="0">
                <a:solidFill>
                  <a:srgbClr val="FF0000"/>
                </a:solidFill>
                <a:hlinkClick r:id="rId6"/>
              </a:rPr>
              <a:t>https://proyectoreact-01-d72fe.web.app/</a:t>
            </a:r>
            <a:r>
              <a:rPr lang="es-ES" sz="2800" dirty="0">
                <a:solidFill>
                  <a:srgbClr val="FF0000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 flipH="1">
            <a:off x="7326627" y="1034078"/>
            <a:ext cx="45719" cy="6752418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6" name="Shape 4"/>
          <p:cNvSpPr/>
          <p:nvPr/>
        </p:nvSpPr>
        <p:spPr>
          <a:xfrm>
            <a:off x="6952297" y="1494270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1998881"/>
            <a:ext cx="136088" cy="1360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390060" y="1363897"/>
            <a:ext cx="4176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Stack Técnico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7315200" y="1983677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014960"/>
            <a:ext cx="136088" cy="1360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063865" y="1853304"/>
            <a:ext cx="3981331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Descripción del Proyecto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12" name="Shape 8"/>
          <p:cNvSpPr/>
          <p:nvPr/>
        </p:nvSpPr>
        <p:spPr>
          <a:xfrm>
            <a:off x="7020341" y="3103484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916978"/>
            <a:ext cx="136088" cy="1360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640513" y="2973110"/>
            <a:ext cx="2994065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Estudio de Tiendas Online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15" name="Shape 10"/>
          <p:cNvSpPr/>
          <p:nvPr/>
        </p:nvSpPr>
        <p:spPr>
          <a:xfrm>
            <a:off x="7303772" y="4559583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4819114"/>
            <a:ext cx="136088" cy="13608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052437" y="4429210"/>
            <a:ext cx="3028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Diseño UX/UI: Flujos Clave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18" name="Text 12"/>
          <p:cNvSpPr/>
          <p:nvPr/>
        </p:nvSpPr>
        <p:spPr>
          <a:xfrm>
            <a:off x="8052437" y="4799733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Home (Inicio)</a:t>
            </a:r>
            <a:endParaRPr lang="es-ES" b="1" noProof="0" dirty="0">
              <a:solidFill>
                <a:schemeClr val="bg1"/>
              </a:solidFill>
            </a:endParaRPr>
          </a:p>
        </p:txBody>
      </p:sp>
      <p:sp>
        <p:nvSpPr>
          <p:cNvPr id="19" name="Text 13"/>
          <p:cNvSpPr/>
          <p:nvPr/>
        </p:nvSpPr>
        <p:spPr>
          <a:xfrm>
            <a:off x="8052437" y="5111676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Login (Iniciar Sesión), Registro y Recordar Pass</a:t>
            </a:r>
            <a:endParaRPr lang="es-ES" b="1" noProof="0" dirty="0">
              <a:solidFill>
                <a:schemeClr val="bg1"/>
              </a:solidFill>
            </a:endParaRPr>
          </a:p>
        </p:txBody>
      </p:sp>
      <p:sp>
        <p:nvSpPr>
          <p:cNvPr id="20" name="Text 14"/>
          <p:cNvSpPr/>
          <p:nvPr/>
        </p:nvSpPr>
        <p:spPr>
          <a:xfrm>
            <a:off x="8052437" y="5423620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Productos y Detalles</a:t>
            </a:r>
            <a:endParaRPr lang="es-ES" b="1" noProof="0" dirty="0">
              <a:solidFill>
                <a:schemeClr val="bg1"/>
              </a:solidFill>
            </a:endParaRPr>
          </a:p>
        </p:txBody>
      </p:sp>
      <p:sp>
        <p:nvSpPr>
          <p:cNvPr id="21" name="Text 15"/>
          <p:cNvSpPr/>
          <p:nvPr/>
        </p:nvSpPr>
        <p:spPr>
          <a:xfrm>
            <a:off x="8052437" y="5735564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chemeClr val="bg1"/>
                </a:solidFill>
                <a:ea typeface="Noto Sans TC" pitchFamily="34" charset="-122"/>
              </a:rPr>
              <a:t>Productos Favoritos</a:t>
            </a:r>
            <a:endParaRPr lang="es-ES" b="1" noProof="0" dirty="0">
              <a:solidFill>
                <a:schemeClr val="bg1"/>
              </a:solidFill>
            </a:endParaRPr>
          </a:p>
        </p:txBody>
      </p:sp>
      <p:sp>
        <p:nvSpPr>
          <p:cNvPr id="22" name="Text 16"/>
          <p:cNvSpPr/>
          <p:nvPr/>
        </p:nvSpPr>
        <p:spPr>
          <a:xfrm>
            <a:off x="8052437" y="6047508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Cesta y Proceso de Compra</a:t>
            </a:r>
          </a:p>
        </p:txBody>
      </p:sp>
      <p:sp>
        <p:nvSpPr>
          <p:cNvPr id="23" name="Shape 17"/>
          <p:cNvSpPr/>
          <p:nvPr/>
        </p:nvSpPr>
        <p:spPr>
          <a:xfrm>
            <a:off x="7009444" y="3925310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5935087"/>
            <a:ext cx="136088" cy="13608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324236" y="3794936"/>
            <a:ext cx="6299446" cy="3198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Funcionalidades Avanzadas: Inteligencia Artificial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9BDB0973-D89D-1FD3-5432-EC1E681113F2}"/>
              </a:ext>
            </a:extLst>
          </p:cNvPr>
          <p:cNvSpPr/>
          <p:nvPr/>
        </p:nvSpPr>
        <p:spPr>
          <a:xfrm>
            <a:off x="8052437" y="6373874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FontTx/>
              <a:buChar char="•"/>
            </a:pPr>
            <a:r>
              <a:rPr lang="es-ES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Tarjetas de Aprendizaje</a:t>
            </a:r>
            <a:endParaRPr lang="es-ES" b="1" noProof="0" dirty="0">
              <a:solidFill>
                <a:schemeClr val="bg1"/>
              </a:solidFill>
            </a:endParaRPr>
          </a:p>
        </p:txBody>
      </p:sp>
      <p:sp>
        <p:nvSpPr>
          <p:cNvPr id="2" name="Text 16">
            <a:extLst>
              <a:ext uri="{FF2B5EF4-FFF2-40B4-BE49-F238E27FC236}">
                <a16:creationId xmlns:a16="http://schemas.microsoft.com/office/drawing/2014/main" id="{D84BC288-7FD7-196D-73E8-AE319E6521C4}"/>
              </a:ext>
            </a:extLst>
          </p:cNvPr>
          <p:cNvSpPr/>
          <p:nvPr/>
        </p:nvSpPr>
        <p:spPr>
          <a:xfrm>
            <a:off x="8052436" y="6688276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chemeClr val="bg1"/>
                </a:solidFill>
                <a:ea typeface="Noto Sans TC"/>
              </a:rPr>
              <a:t>Sobre Nosotros</a:t>
            </a:r>
            <a:endParaRPr lang="es-ES" b="1" noProof="0" dirty="0">
              <a:solidFill>
                <a:schemeClr val="bg1"/>
              </a:solidFill>
            </a:endParaRPr>
          </a:p>
        </p:txBody>
      </p:sp>
      <p:sp>
        <p:nvSpPr>
          <p:cNvPr id="26" name="Shape 6">
            <a:extLst>
              <a:ext uri="{FF2B5EF4-FFF2-40B4-BE49-F238E27FC236}">
                <a16:creationId xmlns:a16="http://schemas.microsoft.com/office/drawing/2014/main" id="{2C9CF320-F210-B603-460F-C638DDF9A3CC}"/>
              </a:ext>
            </a:extLst>
          </p:cNvPr>
          <p:cNvSpPr/>
          <p:nvPr/>
        </p:nvSpPr>
        <p:spPr>
          <a:xfrm>
            <a:off x="7315200" y="2651194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28" name="Text 7">
            <a:extLst>
              <a:ext uri="{FF2B5EF4-FFF2-40B4-BE49-F238E27FC236}">
                <a16:creationId xmlns:a16="http://schemas.microsoft.com/office/drawing/2014/main" id="{0FBEE309-08D1-E0CA-D804-C98F9F115E5E}"/>
              </a:ext>
            </a:extLst>
          </p:cNvPr>
          <p:cNvSpPr/>
          <p:nvPr/>
        </p:nvSpPr>
        <p:spPr>
          <a:xfrm>
            <a:off x="8063865" y="2520821"/>
            <a:ext cx="3981331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MVP: Producto Mínimo Viable</a:t>
            </a:r>
          </a:p>
        </p:txBody>
      </p:sp>
      <p:sp>
        <p:nvSpPr>
          <p:cNvPr id="29" name="Shape 17">
            <a:extLst>
              <a:ext uri="{FF2B5EF4-FFF2-40B4-BE49-F238E27FC236}">
                <a16:creationId xmlns:a16="http://schemas.microsoft.com/office/drawing/2014/main" id="{B7623FB3-A9B8-CE9A-F5C1-8B94491FA4B3}"/>
              </a:ext>
            </a:extLst>
          </p:cNvPr>
          <p:cNvSpPr/>
          <p:nvPr/>
        </p:nvSpPr>
        <p:spPr>
          <a:xfrm>
            <a:off x="6940869" y="7400095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30" name="Text 18">
            <a:extLst>
              <a:ext uri="{FF2B5EF4-FFF2-40B4-BE49-F238E27FC236}">
                <a16:creationId xmlns:a16="http://schemas.microsoft.com/office/drawing/2014/main" id="{1D209359-4C7C-19B9-DC91-C48C418FD921}"/>
              </a:ext>
            </a:extLst>
          </p:cNvPr>
          <p:cNvSpPr/>
          <p:nvPr/>
        </p:nvSpPr>
        <p:spPr>
          <a:xfrm>
            <a:off x="827843" y="7269722"/>
            <a:ext cx="5727263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Agradecimientos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31" name="Text 2">
            <a:extLst>
              <a:ext uri="{FF2B5EF4-FFF2-40B4-BE49-F238E27FC236}">
                <a16:creationId xmlns:a16="http://schemas.microsoft.com/office/drawing/2014/main" id="{D7C60432-2654-B5A6-EBA2-05B5527F6D96}"/>
              </a:ext>
            </a:extLst>
          </p:cNvPr>
          <p:cNvSpPr/>
          <p:nvPr/>
        </p:nvSpPr>
        <p:spPr>
          <a:xfrm>
            <a:off x="324236" y="351664"/>
            <a:ext cx="14026465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600" b="1" u="sng" dirty="0">
                <a:solidFill>
                  <a:srgbClr val="0BABB6"/>
                </a:solidFill>
              </a:rPr>
              <a:t>Índice</a:t>
            </a:r>
            <a:endParaRPr lang="es-ES" sz="3550" b="1" u="sng" noProof="0" dirty="0">
              <a:solidFill>
                <a:srgbClr val="0BABB6"/>
              </a:solidFill>
            </a:endParaRPr>
          </a:p>
        </p:txBody>
      </p:sp>
      <p:sp>
        <p:nvSpPr>
          <p:cNvPr id="3" name="Shape 17">
            <a:extLst>
              <a:ext uri="{FF2B5EF4-FFF2-40B4-BE49-F238E27FC236}">
                <a16:creationId xmlns:a16="http://schemas.microsoft.com/office/drawing/2014/main" id="{AE427331-2684-D4B0-5CE8-4FD31B794DBD}"/>
              </a:ext>
            </a:extLst>
          </p:cNvPr>
          <p:cNvSpPr/>
          <p:nvPr/>
        </p:nvSpPr>
        <p:spPr>
          <a:xfrm>
            <a:off x="6952297" y="7039689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4" name="Text 18">
            <a:extLst>
              <a:ext uri="{FF2B5EF4-FFF2-40B4-BE49-F238E27FC236}">
                <a16:creationId xmlns:a16="http://schemas.microsoft.com/office/drawing/2014/main" id="{6C558130-A90B-51DD-6A06-B7DF37BBE05E}"/>
              </a:ext>
            </a:extLst>
          </p:cNvPr>
          <p:cNvSpPr/>
          <p:nvPr/>
        </p:nvSpPr>
        <p:spPr>
          <a:xfrm>
            <a:off x="839271" y="6909316"/>
            <a:ext cx="5727263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Retos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32" name="Shape 6">
            <a:extLst>
              <a:ext uri="{FF2B5EF4-FFF2-40B4-BE49-F238E27FC236}">
                <a16:creationId xmlns:a16="http://schemas.microsoft.com/office/drawing/2014/main" id="{BEBFDF14-86ED-D3A7-B972-B39A70054E57}"/>
              </a:ext>
            </a:extLst>
          </p:cNvPr>
          <p:cNvSpPr/>
          <p:nvPr/>
        </p:nvSpPr>
        <p:spPr>
          <a:xfrm>
            <a:off x="7303771" y="3437589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sz="2400" noProof="0" dirty="0"/>
          </a:p>
        </p:txBody>
      </p:sp>
      <p:sp>
        <p:nvSpPr>
          <p:cNvPr id="33" name="Text 7">
            <a:extLst>
              <a:ext uri="{FF2B5EF4-FFF2-40B4-BE49-F238E27FC236}">
                <a16:creationId xmlns:a16="http://schemas.microsoft.com/office/drawing/2014/main" id="{53773EF4-095B-7A2D-1889-C8830599F47A}"/>
              </a:ext>
            </a:extLst>
          </p:cNvPr>
          <p:cNvSpPr/>
          <p:nvPr/>
        </p:nvSpPr>
        <p:spPr>
          <a:xfrm>
            <a:off x="8052436" y="3307216"/>
            <a:ext cx="3981331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Boceto del Proyecto</a:t>
            </a:r>
            <a:endParaRPr lang="es-ES" sz="2000" b="1" noProof="0" dirty="0">
              <a:solidFill>
                <a:srgbClr val="0BABB6"/>
              </a:solidFill>
            </a:endParaRPr>
          </a:p>
        </p:txBody>
      </p:sp>
      <p:sp>
        <p:nvSpPr>
          <p:cNvPr id="34" name="Text 16">
            <a:extLst>
              <a:ext uri="{FF2B5EF4-FFF2-40B4-BE49-F238E27FC236}">
                <a16:creationId xmlns:a16="http://schemas.microsoft.com/office/drawing/2014/main" id="{7533B5BE-D57B-DF58-6C9B-4441E1C157CD}"/>
              </a:ext>
            </a:extLst>
          </p:cNvPr>
          <p:cNvSpPr/>
          <p:nvPr/>
        </p:nvSpPr>
        <p:spPr>
          <a:xfrm>
            <a:off x="8063865" y="7000219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Char char="•"/>
            </a:pPr>
            <a:r>
              <a:rPr lang="es-ES" b="1" noProof="0" dirty="0">
                <a:solidFill>
                  <a:schemeClr val="bg1"/>
                </a:solidFill>
                <a:ea typeface="Noto Sans TC"/>
              </a:rPr>
              <a:t>Chatbot IA</a:t>
            </a:r>
            <a:endParaRPr lang="es-ES" b="1" noProof="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89" y="404000"/>
            <a:ext cx="1279522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600" b="1" dirty="0">
                <a:solidFill>
                  <a:srgbClr val="0BABB6"/>
                </a:solidFill>
              </a:rPr>
              <a:t>Stack Técnico</a:t>
            </a:r>
          </a:p>
        </p:txBody>
      </p:sp>
      <p:sp>
        <p:nvSpPr>
          <p:cNvPr id="5" name="Text 3"/>
          <p:cNvSpPr/>
          <p:nvPr/>
        </p:nvSpPr>
        <p:spPr>
          <a:xfrm>
            <a:off x="516354" y="1004194"/>
            <a:ext cx="5733839" cy="5130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David Corredor Miguel</a:t>
            </a:r>
            <a:endParaRPr lang="es-ES" sz="2800" noProof="0" dirty="0"/>
          </a:p>
        </p:txBody>
      </p:sp>
      <p:sp>
        <p:nvSpPr>
          <p:cNvPr id="6" name="Text 4"/>
          <p:cNvSpPr/>
          <p:nvPr/>
        </p:nvSpPr>
        <p:spPr>
          <a:xfrm>
            <a:off x="516354" y="1744047"/>
            <a:ext cx="6244709" cy="647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s-ES" sz="2800" noProof="0" dirty="0"/>
          </a:p>
        </p:txBody>
      </p:sp>
      <p:sp>
        <p:nvSpPr>
          <p:cNvPr id="7" name="Text 5"/>
          <p:cNvSpPr/>
          <p:nvPr/>
        </p:nvSpPr>
        <p:spPr>
          <a:xfrm>
            <a:off x="516354" y="2311023"/>
            <a:ext cx="6244709" cy="6473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2800" noProof="0" dirty="0"/>
          </a:p>
        </p:txBody>
      </p:sp>
      <p:sp>
        <p:nvSpPr>
          <p:cNvPr id="9" name="Text 6"/>
          <p:cNvSpPr/>
          <p:nvPr/>
        </p:nvSpPr>
        <p:spPr>
          <a:xfrm>
            <a:off x="8639889" y="1279200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10" name="Text 7"/>
          <p:cNvSpPr/>
          <p:nvPr/>
        </p:nvSpPr>
        <p:spPr>
          <a:xfrm>
            <a:off x="6638556" y="1876734"/>
            <a:ext cx="7814238" cy="30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Specialisterne (Madrid): </a:t>
            </a: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Curso Certificado de Testing y Python (2025)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F.P. Juan XXIII (Alcorcón): </a:t>
            </a:r>
          </a:p>
          <a:p>
            <a:pPr algn="l">
              <a:lnSpc>
                <a:spcPct val="150000"/>
              </a:lnSpc>
              <a:buSzPct val="100000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Doble Grado Superior: Desarrollo Aplicaciones Web (2021 - 2023) y </a:t>
            </a:r>
          </a:p>
          <a:p>
            <a:pPr algn="l">
              <a:lnSpc>
                <a:spcPct val="150000"/>
              </a:lnSpc>
              <a:buSzPct val="100000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Desarrollo Aplicaciones Multiplataforma (2023 - 2024)</a:t>
            </a: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2825" y="6420521"/>
            <a:ext cx="1461908" cy="1169404"/>
          </a:xfrm>
          <a:prstGeom prst="rect">
            <a:avLst/>
          </a:prstGeom>
        </p:spPr>
      </p:pic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75288" y="6420522"/>
            <a:ext cx="1461908" cy="1169404"/>
          </a:xfrm>
          <a:prstGeom prst="rect">
            <a:avLst/>
          </a:prstGeom>
        </p:spPr>
      </p:pic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3385" y="6165517"/>
            <a:ext cx="1793297" cy="1434487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5488" y="6420522"/>
            <a:ext cx="2209590" cy="1169403"/>
          </a:xfrm>
          <a:prstGeom prst="rect">
            <a:avLst/>
          </a:prstGeom>
        </p:spPr>
      </p:pic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0789" y="6443581"/>
            <a:ext cx="2317169" cy="1169403"/>
          </a:xfrm>
          <a:prstGeom prst="rect">
            <a:avLst/>
          </a:prstGeom>
        </p:spPr>
      </p:pic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49964" y="6443581"/>
            <a:ext cx="1597725" cy="1169403"/>
          </a:xfrm>
          <a:prstGeom prst="rect">
            <a:avLst/>
          </a:prstGeom>
        </p:spPr>
      </p:pic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670976" y="6443580"/>
            <a:ext cx="1461908" cy="1169404"/>
          </a:xfrm>
          <a:prstGeom prst="rect">
            <a:avLst/>
          </a:prstGeom>
        </p:spPr>
      </p:pic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986616" y="6443580"/>
            <a:ext cx="1461908" cy="1169404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874C305A-4B5D-B718-95EE-84B1D0DDE7D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76687" y="1630337"/>
            <a:ext cx="3288007" cy="453518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7CD74DF8-C71C-98C0-27EF-DF8D9907FC0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5400" y="5499139"/>
            <a:ext cx="2257425" cy="2028825"/>
          </a:xfrm>
          <a:prstGeom prst="rect">
            <a:avLst/>
          </a:prstGeom>
        </p:spPr>
      </p:pic>
      <p:pic>
        <p:nvPicPr>
          <p:cNvPr id="2" name="Imagen 1" descr="Logotipo&#10;&#10;El contenido generado por IA puede ser incorrecto.">
            <a:extLst>
              <a:ext uri="{FF2B5EF4-FFF2-40B4-BE49-F238E27FC236}">
                <a16:creationId xmlns:a16="http://schemas.microsoft.com/office/drawing/2014/main" id="{C882EDF4-09DF-EB00-5D8F-48DEC3C0EF4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56359" y="4347015"/>
            <a:ext cx="4622498" cy="1273532"/>
          </a:xfrm>
          <a:prstGeom prst="rect">
            <a:avLst/>
          </a:prstGeom>
        </p:spPr>
      </p:pic>
      <p:pic>
        <p:nvPicPr>
          <p:cNvPr id="8" name="Imagen 7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8E4BBC55-045C-D321-4567-E6C0645B686F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69374" y="4130745"/>
            <a:ext cx="3057187" cy="15064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9259" y="351664"/>
            <a:ext cx="13304016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600" b="1" dirty="0">
                <a:solidFill>
                  <a:srgbClr val="0BABB6"/>
                </a:solidFill>
              </a:rPr>
              <a:t>Stack Técnico</a:t>
            </a:r>
            <a:endParaRPr lang="es-ES" sz="3550" b="1" noProof="0" dirty="0">
              <a:solidFill>
                <a:srgbClr val="0BABB6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555787" y="505609"/>
            <a:ext cx="4844552" cy="12824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2800" dirty="0">
                <a:solidFill>
                  <a:srgbClr val="97B8FF"/>
                </a:solidFill>
                <a:cs typeface="Sora Medium" pitchFamily="34" charset="-120"/>
              </a:rPr>
              <a:t>Iker Martínez Velasco</a:t>
            </a:r>
          </a:p>
        </p:txBody>
      </p:sp>
      <p:sp>
        <p:nvSpPr>
          <p:cNvPr id="6" name="Text 4"/>
          <p:cNvSpPr/>
          <p:nvPr/>
        </p:nvSpPr>
        <p:spPr>
          <a:xfrm>
            <a:off x="1088228" y="1696636"/>
            <a:ext cx="1535513" cy="524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s-ES" sz="2800" noProof="0" dirty="0"/>
          </a:p>
        </p:txBody>
      </p:sp>
      <p:sp>
        <p:nvSpPr>
          <p:cNvPr id="7" name="Text 5"/>
          <p:cNvSpPr/>
          <p:nvPr/>
        </p:nvSpPr>
        <p:spPr>
          <a:xfrm>
            <a:off x="4278261" y="1696636"/>
            <a:ext cx="1467835" cy="524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2800" noProof="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6560" y="6581977"/>
            <a:ext cx="1872391" cy="1372910"/>
          </a:xfrm>
          <a:prstGeom prst="rect">
            <a:avLst/>
          </a:prstGeom>
        </p:spPr>
      </p:pic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1358" y="6591653"/>
            <a:ext cx="1872391" cy="1372910"/>
          </a:xfrm>
          <a:prstGeom prst="rect">
            <a:avLst/>
          </a:prstGeom>
        </p:spPr>
      </p:pic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905" y="6337012"/>
            <a:ext cx="2232869" cy="1637227"/>
          </a:xfrm>
          <a:prstGeom prst="rect">
            <a:avLst/>
          </a:prstGeom>
        </p:spPr>
      </p:pic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29812" y="6520324"/>
            <a:ext cx="2617414" cy="1372910"/>
          </a:xfrm>
          <a:prstGeom prst="rect">
            <a:avLst/>
          </a:prstGeom>
        </p:spPr>
      </p:pic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965237" y="6469171"/>
            <a:ext cx="2724334" cy="1372910"/>
          </a:xfrm>
          <a:prstGeom prst="rect">
            <a:avLst/>
          </a:prstGeom>
        </p:spPr>
      </p:pic>
      <p:sp>
        <p:nvSpPr>
          <p:cNvPr id="20" name="Text 6">
            <a:extLst>
              <a:ext uri="{FF2B5EF4-FFF2-40B4-BE49-F238E27FC236}">
                <a16:creationId xmlns:a16="http://schemas.microsoft.com/office/drawing/2014/main" id="{E4DF6A2D-27F9-BD25-F540-08E9CB31831D}"/>
              </a:ext>
            </a:extLst>
          </p:cNvPr>
          <p:cNvSpPr/>
          <p:nvPr/>
        </p:nvSpPr>
        <p:spPr>
          <a:xfrm>
            <a:off x="8675385" y="1128657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5F3598F5-6457-05A4-0DB5-18C04AC2803A}"/>
              </a:ext>
            </a:extLst>
          </p:cNvPr>
          <p:cNvSpPr/>
          <p:nvPr/>
        </p:nvSpPr>
        <p:spPr>
          <a:xfrm>
            <a:off x="6416560" y="1539971"/>
            <a:ext cx="8045154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4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Fundación Adecco (</a:t>
            </a:r>
            <a:r>
              <a:rPr lang="es-ES" sz="2400" b="1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Alicante</a:t>
            </a:r>
            <a:r>
              <a:rPr lang="es-ES" sz="24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): 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4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Grado Superior en Desarrollo de Aplicaciones Web (</a:t>
            </a:r>
            <a:r>
              <a:rPr lang="es-ES" sz="2400" b="1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En curso</a:t>
            </a:r>
            <a:r>
              <a:rPr lang="es-ES" sz="24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400" b="1" dirty="0">
                <a:solidFill>
                  <a:schemeClr val="bg1"/>
                </a:solidFill>
              </a:rPr>
              <a:t>En búsqueda activa de prácticas formativas (DAW) </a:t>
            </a:r>
            <a:endParaRPr lang="es-ES" sz="2400" b="1" noProof="0" dirty="0">
              <a:solidFill>
                <a:schemeClr val="bg1"/>
              </a:solidFill>
              <a:ea typeface="Noto Sans TC" pitchFamily="34" charset="-122"/>
              <a:cs typeface="Noto Sans TC" pitchFamily="34" charset="-12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3DCAD513-B475-0789-0220-567D0CB79E2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94881" y="3790265"/>
            <a:ext cx="1779099" cy="1372910"/>
          </a:xfrm>
          <a:prstGeom prst="rect">
            <a:avLst/>
          </a:prstGeom>
        </p:spPr>
      </p:pic>
      <p:pic>
        <p:nvPicPr>
          <p:cNvPr id="11" name="Imagen 10" descr="Un hombre sonriendo&#10;&#10;El contenido generado por IA puede ser incorrecto.">
            <a:extLst>
              <a:ext uri="{FF2B5EF4-FFF2-40B4-BE49-F238E27FC236}">
                <a16:creationId xmlns:a16="http://schemas.microsoft.com/office/drawing/2014/main" id="{9098A1EC-5D21-3277-6F67-0E357D8F4AF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6148" y="2482673"/>
            <a:ext cx="5937185" cy="5572146"/>
          </a:xfrm>
          <a:prstGeom prst="rect">
            <a:avLst/>
          </a:prstGeom>
        </p:spPr>
      </p:pic>
      <p:pic>
        <p:nvPicPr>
          <p:cNvPr id="40" name="Imagen 39" descr="Logotipo&#10;&#10;El contenido generado por IA puede ser incorrecto.">
            <a:extLst>
              <a:ext uri="{FF2B5EF4-FFF2-40B4-BE49-F238E27FC236}">
                <a16:creationId xmlns:a16="http://schemas.microsoft.com/office/drawing/2014/main" id="{F05D5BEC-8A3C-4E8D-33BE-CA81875F6BA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60749" y="5195639"/>
            <a:ext cx="4622498" cy="1273532"/>
          </a:xfrm>
          <a:prstGeom prst="rect">
            <a:avLst/>
          </a:prstGeom>
        </p:spPr>
      </p:pic>
      <p:pic>
        <p:nvPicPr>
          <p:cNvPr id="49" name="Imagen 48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A1DA110E-8C99-E250-6BA2-BB918CEB3D3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373764" y="5246792"/>
            <a:ext cx="3057187" cy="150645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638225" y="956328"/>
            <a:ext cx="4891206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Ivan Goded Carrete</a:t>
            </a:r>
            <a:endParaRPr lang="es-ES" sz="2650" noProof="0" dirty="0"/>
          </a:p>
        </p:txBody>
      </p:sp>
      <p:sp>
        <p:nvSpPr>
          <p:cNvPr id="6" name="Text 4"/>
          <p:cNvSpPr/>
          <p:nvPr/>
        </p:nvSpPr>
        <p:spPr>
          <a:xfrm>
            <a:off x="638224" y="2332843"/>
            <a:ext cx="1394970" cy="576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800" u="sng" noProof="0" dirty="0">
                <a:solidFill>
                  <a:srgbClr val="97B8FF"/>
                </a:solidFill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2800" noProof="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9565" y="5212752"/>
            <a:ext cx="1733263" cy="1386465"/>
          </a:xfrm>
          <a:prstGeom prst="rect">
            <a:avLst/>
          </a:prstGeom>
        </p:spPr>
      </p:pic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7262" y="5192014"/>
            <a:ext cx="1733263" cy="1386465"/>
          </a:xfrm>
          <a:prstGeom prst="rect">
            <a:avLst/>
          </a:prstGeom>
        </p:spPr>
      </p:pic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26771" y="4889283"/>
            <a:ext cx="2137642" cy="1709934"/>
          </a:xfrm>
          <a:prstGeom prst="rect">
            <a:avLst/>
          </a:prstGeom>
        </p:spPr>
      </p:pic>
      <p:sp>
        <p:nvSpPr>
          <p:cNvPr id="16" name="Text 6">
            <a:extLst>
              <a:ext uri="{FF2B5EF4-FFF2-40B4-BE49-F238E27FC236}">
                <a16:creationId xmlns:a16="http://schemas.microsoft.com/office/drawing/2014/main" id="{E705DCAA-15F0-36F9-2A3B-F7BD189F1C32}"/>
              </a:ext>
            </a:extLst>
          </p:cNvPr>
          <p:cNvSpPr/>
          <p:nvPr/>
        </p:nvSpPr>
        <p:spPr>
          <a:xfrm>
            <a:off x="8484323" y="865464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C020D31D-02F7-25A8-0C55-3BFE9E0C8C29}"/>
              </a:ext>
            </a:extLst>
          </p:cNvPr>
          <p:cNvSpPr/>
          <p:nvPr/>
        </p:nvSpPr>
        <p:spPr>
          <a:xfrm>
            <a:off x="6508376" y="1316066"/>
            <a:ext cx="7949901" cy="36539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000" b="1" noProof="0" dirty="0" err="1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Certi</a:t>
            </a:r>
            <a:r>
              <a:rPr lang="es-ES" sz="2000" b="1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fi</a:t>
            </a: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cado de Profesionalidad en Seguridad Informática (2024 – 2025)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s-ES" sz="2000" b="1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IES Tetuán de las Victorias: </a:t>
            </a:r>
          </a:p>
          <a:p>
            <a:pPr>
              <a:lnSpc>
                <a:spcPct val="150000"/>
              </a:lnSpc>
              <a:buSzPct val="100000"/>
            </a:pPr>
            <a:r>
              <a:rPr lang="es-ES" sz="200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       Grado Superior en Desarrollo de Aplicaciones Web (2015 - 2017)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JR Otero: </a:t>
            </a: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Grado Medio Sistemas Microinformáticos y Redes  (2010 – 2012)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SAP </a:t>
            </a:r>
            <a:r>
              <a:rPr lang="es-ES" sz="2000" b="1" noProof="0" dirty="0" err="1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Netweaver</a:t>
            </a:r>
            <a:r>
              <a:rPr lang="es-ES" sz="2000" b="1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 ABAP  (Mar – Jun 2017)</a:t>
            </a:r>
          </a:p>
        </p:txBody>
      </p:sp>
      <p:pic>
        <p:nvPicPr>
          <p:cNvPr id="2" name="Image 4" descr="preencoded.png">
            <a:extLst>
              <a:ext uri="{FF2B5EF4-FFF2-40B4-BE49-F238E27FC236}">
                <a16:creationId xmlns:a16="http://schemas.microsoft.com/office/drawing/2014/main" id="{17BEC1F0-A51E-2F05-454C-C192FE5612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86653" y="5344149"/>
            <a:ext cx="2209590" cy="1169403"/>
          </a:xfrm>
          <a:prstGeom prst="rect">
            <a:avLst/>
          </a:prstGeom>
        </p:spPr>
      </p:pic>
      <p:pic>
        <p:nvPicPr>
          <p:cNvPr id="3" name="Image 7" descr="preencoded.png">
            <a:extLst>
              <a:ext uri="{FF2B5EF4-FFF2-40B4-BE49-F238E27FC236}">
                <a16:creationId xmlns:a16="http://schemas.microsoft.com/office/drawing/2014/main" id="{30748759-B339-0CB7-59E4-B780E45472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71043" y="6513552"/>
            <a:ext cx="1461908" cy="1169404"/>
          </a:xfrm>
          <a:prstGeom prst="rect">
            <a:avLst/>
          </a:prstGeom>
        </p:spPr>
      </p:pic>
      <p:pic>
        <p:nvPicPr>
          <p:cNvPr id="8" name="Image 5" descr="preencoded.png">
            <a:extLst>
              <a:ext uri="{FF2B5EF4-FFF2-40B4-BE49-F238E27FC236}">
                <a16:creationId xmlns:a16="http://schemas.microsoft.com/office/drawing/2014/main" id="{E90B547B-AAB1-F404-A333-70945426657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00726" y="6599217"/>
            <a:ext cx="2317169" cy="1169403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DD530669-7176-7ADD-0622-7AEE964797D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5400" y="5499139"/>
            <a:ext cx="2257425" cy="2028825"/>
          </a:xfrm>
          <a:prstGeom prst="rect">
            <a:avLst/>
          </a:prstGeom>
        </p:spPr>
      </p:pic>
      <p:sp>
        <p:nvSpPr>
          <p:cNvPr id="7" name="Text 2">
            <a:extLst>
              <a:ext uri="{FF2B5EF4-FFF2-40B4-BE49-F238E27FC236}">
                <a16:creationId xmlns:a16="http://schemas.microsoft.com/office/drawing/2014/main" id="{E834E0B1-5E0E-ECC2-CD8F-21BDAA4A70BA}"/>
              </a:ext>
            </a:extLst>
          </p:cNvPr>
          <p:cNvSpPr/>
          <p:nvPr/>
        </p:nvSpPr>
        <p:spPr>
          <a:xfrm>
            <a:off x="799259" y="351664"/>
            <a:ext cx="13304016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600" b="1" dirty="0">
                <a:solidFill>
                  <a:srgbClr val="0BABB6"/>
                </a:solidFill>
              </a:rPr>
              <a:t>Stack Técnico</a:t>
            </a:r>
            <a:endParaRPr lang="es-ES" sz="3550" b="1" noProof="0" dirty="0">
              <a:solidFill>
                <a:srgbClr val="0BABB6"/>
              </a:solidFill>
            </a:endParaRPr>
          </a:p>
        </p:txBody>
      </p:sp>
      <p:pic>
        <p:nvPicPr>
          <p:cNvPr id="4" name="Imagen 3" descr="Logotipo&#10;&#10;El contenido generado por IA puede ser incorrecto.">
            <a:extLst>
              <a:ext uri="{FF2B5EF4-FFF2-40B4-BE49-F238E27FC236}">
                <a16:creationId xmlns:a16="http://schemas.microsoft.com/office/drawing/2014/main" id="{AFF6B051-4D5D-CAED-0AF1-A1302517719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40526" y="6205170"/>
            <a:ext cx="4622498" cy="12735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3"/>
          <p:cNvSpPr/>
          <p:nvPr/>
        </p:nvSpPr>
        <p:spPr>
          <a:xfrm>
            <a:off x="235800" y="931500"/>
            <a:ext cx="6659852" cy="10863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s-ES" sz="3200" strike="noStrike" spc="-1" dirty="0">
                <a:solidFill>
                  <a:srgbClr val="0BABB6"/>
                </a:solidFill>
              </a:rPr>
              <a:t>Noelia </a:t>
            </a:r>
            <a:r>
              <a:rPr lang="es-ES" sz="3200" strike="noStrike" spc="-1" dirty="0" err="1">
                <a:solidFill>
                  <a:srgbClr val="0BABB6"/>
                </a:solidFill>
              </a:rPr>
              <a:t>Alafarga</a:t>
            </a:r>
            <a:r>
              <a:rPr lang="es-ES" sz="3200" strike="noStrike" spc="-1" dirty="0">
                <a:solidFill>
                  <a:srgbClr val="0BABB6"/>
                </a:solidFill>
              </a:rPr>
              <a:t> </a:t>
            </a:r>
            <a:r>
              <a:rPr lang="es-ES" sz="3200" strike="noStrike" spc="-1" dirty="0" err="1">
                <a:solidFill>
                  <a:srgbClr val="0BABB6"/>
                </a:solidFill>
              </a:rPr>
              <a:t>Payá</a:t>
            </a:r>
            <a:endParaRPr lang="es-ES" sz="3200" strike="noStrike" spc="-1" dirty="0">
              <a:solidFill>
                <a:srgbClr val="0BABB6"/>
              </a:solidFill>
            </a:endParaRPr>
          </a:p>
          <a:p>
            <a:pPr algn="ctr" defTabSz="914400">
              <a:lnSpc>
                <a:spcPct val="100000"/>
              </a:lnSpc>
            </a:pPr>
            <a:r>
              <a:rPr lang="es-ES" sz="2000" strike="noStrike" spc="-1" dirty="0">
                <a:solidFill>
                  <a:srgbClr val="0BABB6"/>
                </a:solidFill>
                <a:ea typeface="Calibri"/>
              </a:rPr>
              <a:t>IA · Machine </a:t>
            </a:r>
            <a:r>
              <a:rPr lang="es-ES" sz="2000" strike="noStrike" spc="-1" dirty="0" err="1">
                <a:solidFill>
                  <a:srgbClr val="0BABB6"/>
                </a:solidFill>
                <a:ea typeface="Calibri"/>
              </a:rPr>
              <a:t>Learning</a:t>
            </a:r>
            <a:r>
              <a:rPr lang="es-ES" sz="2000" strike="noStrike" spc="-1" dirty="0">
                <a:solidFill>
                  <a:srgbClr val="0BABB6"/>
                </a:solidFill>
                <a:ea typeface="Calibri"/>
              </a:rPr>
              <a:t> · Big Data </a:t>
            </a:r>
            <a:r>
              <a:rPr lang="es-ES" sz="2000" strike="noStrike" spc="-1" dirty="0" err="1">
                <a:solidFill>
                  <a:srgbClr val="0BABB6"/>
                </a:solidFill>
                <a:ea typeface="Calibri"/>
              </a:rPr>
              <a:t>Analytics</a:t>
            </a:r>
            <a:r>
              <a:rPr lang="es-ES" sz="2000" strike="noStrike" spc="-1" dirty="0">
                <a:solidFill>
                  <a:srgbClr val="0BABB6"/>
                </a:solidFill>
                <a:ea typeface="Calibri"/>
              </a:rPr>
              <a:t> | Full Stack </a:t>
            </a:r>
            <a:r>
              <a:rPr lang="es-ES" sz="2000" strike="noStrike" spc="-1" dirty="0" err="1">
                <a:solidFill>
                  <a:srgbClr val="0BABB6"/>
                </a:solidFill>
                <a:ea typeface="Calibri"/>
              </a:rPr>
              <a:t>Developer</a:t>
            </a:r>
            <a:endParaRPr lang="es-ES" sz="2000" strike="noStrike" spc="-1" dirty="0">
              <a:solidFill>
                <a:srgbClr val="0BABB6"/>
              </a:solidFill>
            </a:endParaRPr>
          </a:p>
        </p:txBody>
      </p:sp>
      <p:sp>
        <p:nvSpPr>
          <p:cNvPr id="12" name="Text 4"/>
          <p:cNvSpPr/>
          <p:nvPr/>
        </p:nvSpPr>
        <p:spPr>
          <a:xfrm>
            <a:off x="799199" y="2031004"/>
            <a:ext cx="2316240" cy="5324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2400" b="1" u="sng" strike="noStrike" spc="-1" dirty="0">
                <a:solidFill>
                  <a:srgbClr val="97B8FF"/>
                </a:solidFill>
                <a:uFillTx/>
                <a:ea typeface="Noto Sans TC"/>
                <a:hlinkClick r:id="rId3"/>
              </a:rPr>
              <a:t>LinkedIn</a:t>
            </a:r>
            <a:endParaRPr lang="es-ES" sz="2400" b="1" strike="noStrike" spc="-1" dirty="0">
              <a:solidFill>
                <a:srgbClr val="FFFFFF"/>
              </a:solidFill>
            </a:endParaRPr>
          </a:p>
        </p:txBody>
      </p:sp>
      <p:sp>
        <p:nvSpPr>
          <p:cNvPr id="13" name="Text 5"/>
          <p:cNvSpPr/>
          <p:nvPr/>
        </p:nvSpPr>
        <p:spPr>
          <a:xfrm>
            <a:off x="4147559" y="2034964"/>
            <a:ext cx="2084400" cy="5324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2400" b="1" u="sng" strike="noStrike" spc="-1">
                <a:solidFill>
                  <a:srgbClr val="97B8FF"/>
                </a:solidFill>
                <a:uFillTx/>
                <a:ea typeface="Noto Sans TC"/>
                <a:hlinkClick r:id="rId4"/>
              </a:rPr>
              <a:t>Portfolio</a:t>
            </a:r>
            <a:endParaRPr lang="es-ES" sz="2400" b="1" strike="noStrike" spc="-1">
              <a:solidFill>
                <a:srgbClr val="FFFFFF"/>
              </a:solidFill>
            </a:endParaRPr>
          </a:p>
        </p:txBody>
      </p:sp>
      <p:sp>
        <p:nvSpPr>
          <p:cNvPr id="14" name="Text 6"/>
          <p:cNvSpPr/>
          <p:nvPr/>
        </p:nvSpPr>
        <p:spPr>
          <a:xfrm>
            <a:off x="8607960" y="1300680"/>
            <a:ext cx="3402000" cy="42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2650" b="0" strike="noStrike" spc="-1">
                <a:solidFill>
                  <a:srgbClr val="97B8FF"/>
                </a:solidFill>
                <a:ea typeface="Sora Medium"/>
              </a:rPr>
              <a:t>Estudios</a:t>
            </a:r>
            <a:endParaRPr lang="es-ES" sz="2650" b="0" strike="noStrike" spc="-1">
              <a:solidFill>
                <a:srgbClr val="FFFFFF"/>
              </a:solidFill>
            </a:endParaRPr>
          </a:p>
        </p:txBody>
      </p:sp>
      <p:sp>
        <p:nvSpPr>
          <p:cNvPr id="15" name="Text 7"/>
          <p:cNvSpPr/>
          <p:nvPr/>
        </p:nvSpPr>
        <p:spPr>
          <a:xfrm>
            <a:off x="6895652" y="1416600"/>
            <a:ext cx="7498948" cy="243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marL="343080" indent="-343080" defTabSz="914400">
              <a:lnSpc>
                <a:spcPct val="150000"/>
              </a:lnSpc>
              <a:buClr>
                <a:srgbClr val="E0D6DE"/>
              </a:buClr>
              <a:buFont typeface="Symbol" charset="2"/>
              <a:buChar char=""/>
            </a:pPr>
            <a:r>
              <a:rPr lang="es-ES" sz="2000" b="1" strike="noStrike" spc="-1" dirty="0">
                <a:solidFill>
                  <a:schemeClr val="bg1"/>
                </a:solidFill>
                <a:ea typeface="Noto Sans TC"/>
              </a:rPr>
              <a:t>Fundación Adecco (Madrid): </a:t>
            </a:r>
            <a:r>
              <a:rPr lang="es-ES" sz="2000" b="0" strike="noStrike" spc="-1" dirty="0">
                <a:solidFill>
                  <a:schemeClr val="bg1"/>
                </a:solidFill>
                <a:ea typeface="Noto Sans TC"/>
              </a:rPr>
              <a:t>Curso de React (2025 - 2026)</a:t>
            </a:r>
            <a:endParaRPr lang="es-ES" sz="2000" b="0" strike="noStrike" spc="-1" dirty="0">
              <a:solidFill>
                <a:schemeClr val="bg1"/>
              </a:solidFill>
            </a:endParaRPr>
          </a:p>
          <a:p>
            <a:pPr marL="343080" indent="-343080" defTabSz="914400">
              <a:lnSpc>
                <a:spcPct val="150000"/>
              </a:lnSpc>
              <a:buClr>
                <a:srgbClr val="E0D6DE"/>
              </a:buClr>
              <a:buFont typeface="Symbol" charset="2"/>
              <a:buChar char=""/>
            </a:pPr>
            <a:r>
              <a:rPr lang="es-ES" sz="2000" b="0" strike="noStrike" spc="-1" dirty="0">
                <a:solidFill>
                  <a:schemeClr val="bg1"/>
                </a:solidFill>
                <a:ea typeface="Noto Sans TC"/>
              </a:rPr>
              <a:t>Especialización en Inteligencia Artificial y Big Data (2025 – actualidad)</a:t>
            </a:r>
            <a:endParaRPr lang="es-ES" sz="2000" b="0" strike="noStrike" spc="-1" dirty="0">
              <a:solidFill>
                <a:schemeClr val="bg1"/>
              </a:solidFill>
            </a:endParaRPr>
          </a:p>
          <a:p>
            <a:pPr marL="343080" indent="-343080" defTabSz="914400">
              <a:lnSpc>
                <a:spcPct val="150000"/>
              </a:lnSpc>
              <a:buClr>
                <a:srgbClr val="E0D6DE"/>
              </a:buClr>
              <a:buFont typeface="Symbol" charset="2"/>
              <a:buChar char=""/>
            </a:pPr>
            <a:r>
              <a:rPr lang="es-ES" sz="2000" b="0" strike="noStrike" spc="-1" dirty="0">
                <a:solidFill>
                  <a:schemeClr val="bg1"/>
                </a:solidFill>
                <a:ea typeface="Noto Sans TC"/>
              </a:rPr>
              <a:t>Grado Superior en Desarrollo de Aplicaciones Web (2023 – 2025)</a:t>
            </a:r>
            <a:endParaRPr lang="es-ES" sz="2000" b="0" strike="noStrike" spc="-1" dirty="0">
              <a:solidFill>
                <a:schemeClr val="bg1"/>
              </a:solidFill>
            </a:endParaRPr>
          </a:p>
        </p:txBody>
      </p:sp>
      <p:pic>
        <p:nvPicPr>
          <p:cNvPr id="16" name="Imagen 18"/>
          <p:cNvPicPr/>
          <p:nvPr/>
        </p:nvPicPr>
        <p:blipFill>
          <a:blip r:embed="rId5"/>
          <a:stretch/>
        </p:blipFill>
        <p:spPr>
          <a:xfrm>
            <a:off x="6895652" y="3847680"/>
            <a:ext cx="7657200" cy="4381920"/>
          </a:xfrm>
          <a:prstGeom prst="rect">
            <a:avLst/>
          </a:prstGeom>
          <a:ln w="0">
            <a:noFill/>
          </a:ln>
        </p:spPr>
      </p:pic>
      <p:pic>
        <p:nvPicPr>
          <p:cNvPr id="17" name="Imagen 20"/>
          <p:cNvPicPr/>
          <p:nvPr/>
        </p:nvPicPr>
        <p:blipFill>
          <a:blip r:embed="rId6"/>
          <a:srcRect b="12889"/>
          <a:stretch/>
        </p:blipFill>
        <p:spPr>
          <a:xfrm>
            <a:off x="995632" y="2754476"/>
            <a:ext cx="4673647" cy="5331367"/>
          </a:xfrm>
          <a:prstGeom prst="rect">
            <a:avLst/>
          </a:prstGeom>
          <a:ln w="0">
            <a:noFill/>
          </a:ln>
          <a:effectLst>
            <a:softEdge rad="112680"/>
          </a:effectLst>
        </p:spPr>
      </p:pic>
      <p:sp>
        <p:nvSpPr>
          <p:cNvPr id="18" name="Text 2"/>
          <p:cNvSpPr/>
          <p:nvPr/>
        </p:nvSpPr>
        <p:spPr>
          <a:xfrm>
            <a:off x="799199" y="351720"/>
            <a:ext cx="13185741" cy="566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s-ES" sz="3600" b="0" strike="noStrike" spc="-1" dirty="0">
                <a:solidFill>
                  <a:srgbClr val="0BABB6"/>
                </a:solidFill>
              </a:rPr>
              <a:t>Stack Técnico</a:t>
            </a:r>
            <a:endParaRPr lang="es-ES" sz="3600" b="0" strike="noStrike" spc="-1" dirty="0">
              <a:solidFill>
                <a:srgbClr val="FFFFFF"/>
              </a:solidFill>
            </a:endParaRPr>
          </a:p>
        </p:txBody>
      </p:sp>
      <p:sp>
        <p:nvSpPr>
          <p:cNvPr id="19" name="Text 5"/>
          <p:cNvSpPr/>
          <p:nvPr/>
        </p:nvSpPr>
        <p:spPr>
          <a:xfrm>
            <a:off x="2602439" y="2034964"/>
            <a:ext cx="1659600" cy="53246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2400" b="1" u="sng" strike="noStrike" spc="-1">
                <a:solidFill>
                  <a:srgbClr val="97B8FF"/>
                </a:solidFill>
                <a:uFillTx/>
                <a:ea typeface="Noto Sans TC"/>
                <a:hlinkClick r:id="rId7"/>
              </a:rPr>
              <a:t>GitHub</a:t>
            </a:r>
            <a:endParaRPr lang="es-ES" sz="2400" b="1" strike="noStrike" spc="-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35761" y="387275"/>
            <a:ext cx="13158878" cy="12263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480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Descripción del Proyecto</a:t>
            </a:r>
            <a:endParaRPr lang="es-ES" sz="4800" noProof="0" dirty="0"/>
          </a:p>
        </p:txBody>
      </p:sp>
      <p:sp>
        <p:nvSpPr>
          <p:cNvPr id="5" name="Text 3"/>
          <p:cNvSpPr/>
          <p:nvPr/>
        </p:nvSpPr>
        <p:spPr>
          <a:xfrm>
            <a:off x="336151" y="1818042"/>
            <a:ext cx="9700734" cy="5723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4400" noProof="0" dirty="0" err="1">
                <a:solidFill>
                  <a:srgbClr val="0BABB6"/>
                </a:solidFill>
                <a:cs typeface="Sora Medium" pitchFamily="34" charset="-120"/>
              </a:rPr>
              <a:t>Tech</a:t>
            </a:r>
            <a:r>
              <a:rPr lang="es-ES" sz="4400" noProof="0" dirty="0">
                <a:solidFill>
                  <a:srgbClr val="0BABB6"/>
                </a:solidFill>
                <a:cs typeface="Sora Medium" pitchFamily="34" charset="-120"/>
              </a:rPr>
              <a:t> </a:t>
            </a:r>
            <a:r>
              <a:rPr lang="es-ES" sz="4400" noProof="0" dirty="0">
                <a:solidFill>
                  <a:srgbClr val="154D7F"/>
                </a:solidFill>
                <a:cs typeface="Sora Medium" pitchFamily="34" charset="-120"/>
              </a:rPr>
              <a:t>&amp;</a:t>
            </a:r>
            <a:r>
              <a:rPr lang="es-ES" sz="4400" noProof="0" dirty="0">
                <a:solidFill>
                  <a:srgbClr val="0BABB6"/>
                </a:solidFill>
                <a:cs typeface="Sora Medium" pitchFamily="34" charset="-120"/>
              </a:rPr>
              <a:t> </a:t>
            </a:r>
            <a:r>
              <a:rPr lang="es-ES" sz="4400" noProof="0" dirty="0">
                <a:solidFill>
                  <a:srgbClr val="FFC000"/>
                </a:solidFill>
                <a:cs typeface="Sora Medium" pitchFamily="34" charset="-120"/>
              </a:rPr>
              <a:t>Learn</a:t>
            </a:r>
            <a:r>
              <a:rPr lang="es-ES" sz="4400" noProof="0" dirty="0">
                <a:solidFill>
                  <a:srgbClr val="0BABB6"/>
                </a:solidFill>
                <a:cs typeface="Sora Medium" pitchFamily="34" charset="-120"/>
              </a:rPr>
              <a:t> </a:t>
            </a:r>
            <a:r>
              <a:rPr lang="es-ES" sz="4400" noProof="0" dirty="0">
                <a:solidFill>
                  <a:srgbClr val="E0D6DE"/>
                </a:solidFill>
                <a:ea typeface="Noto Sans TC" pitchFamily="34" charset="-122"/>
                <a:cs typeface="Noto Sans TC" pitchFamily="34" charset="-120"/>
              </a:rPr>
              <a:t>es una plataforma de e-</a:t>
            </a:r>
            <a:r>
              <a:rPr lang="es-ES" sz="4400" noProof="0" dirty="0" err="1">
                <a:solidFill>
                  <a:srgbClr val="E0D6DE"/>
                </a:solidFill>
                <a:ea typeface="Noto Sans TC" pitchFamily="34" charset="-122"/>
                <a:cs typeface="Noto Sans TC" pitchFamily="34" charset="-120"/>
              </a:rPr>
              <a:t>commerce</a:t>
            </a:r>
            <a:r>
              <a:rPr lang="es-ES" sz="4400" noProof="0" dirty="0">
                <a:solidFill>
                  <a:srgbClr val="E0D6DE"/>
                </a:solidFill>
                <a:ea typeface="Noto Sans TC" pitchFamily="34" charset="-122"/>
                <a:cs typeface="Noto Sans TC" pitchFamily="34" charset="-120"/>
              </a:rPr>
              <a:t> desarrollada en React. </a:t>
            </a:r>
          </a:p>
          <a:p>
            <a:endParaRPr lang="es-ES" sz="4400" noProof="0" dirty="0">
              <a:solidFill>
                <a:srgbClr val="E0D6DE"/>
              </a:solidFill>
              <a:ea typeface="Noto Sans TC" pitchFamily="34" charset="-122"/>
              <a:cs typeface="Noto Sans TC" pitchFamily="34" charset="-120"/>
            </a:endParaRPr>
          </a:p>
          <a:p>
            <a:r>
              <a:rPr lang="es-ES" sz="4400" noProof="0" dirty="0">
                <a:solidFill>
                  <a:srgbClr val="E0D6DE"/>
                </a:solidFill>
                <a:ea typeface="Noto Sans TC" pitchFamily="34" charset="-122"/>
                <a:cs typeface="Noto Sans TC" pitchFamily="34" charset="-120"/>
              </a:rPr>
              <a:t>Tarjetas de aprendizaje. </a:t>
            </a:r>
          </a:p>
          <a:p>
            <a:endParaRPr lang="es-ES" sz="4400" noProof="0" dirty="0">
              <a:solidFill>
                <a:srgbClr val="E0D6DE"/>
              </a:solidFill>
              <a:ea typeface="Noto Sans TC" pitchFamily="34" charset="-122"/>
              <a:cs typeface="Noto Sans TC" pitchFamily="34" charset="-120"/>
            </a:endParaRPr>
          </a:p>
          <a:p>
            <a:r>
              <a:rPr lang="es-ES" sz="4400" noProof="0" dirty="0" err="1">
                <a:solidFill>
                  <a:srgbClr val="E0D6DE"/>
                </a:solidFill>
                <a:ea typeface="Noto Sans TC" pitchFamily="34" charset="-122"/>
                <a:cs typeface="Noto Sans TC" pitchFamily="34" charset="-120"/>
              </a:rPr>
              <a:t>Chatbot</a:t>
            </a:r>
            <a:r>
              <a:rPr lang="es-ES" sz="4400" noProof="0" dirty="0">
                <a:solidFill>
                  <a:srgbClr val="E0D6DE"/>
                </a:solidFill>
                <a:ea typeface="Noto Sans TC" pitchFamily="34" charset="-122"/>
                <a:cs typeface="Noto Sans TC" pitchFamily="34" charset="-120"/>
              </a:rPr>
              <a:t> con IA.</a:t>
            </a:r>
          </a:p>
          <a:p>
            <a:endParaRPr lang="es-ES" sz="4400" noProof="0" dirty="0"/>
          </a:p>
          <a:p>
            <a:pPr marL="0" indent="0" algn="l">
              <a:buNone/>
            </a:pPr>
            <a:endParaRPr lang="es-ES" sz="4400" noProof="0" dirty="0"/>
          </a:p>
        </p:txBody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296A2B46-28BE-6B30-0EB6-9E81E704F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5056" y="2093621"/>
            <a:ext cx="5389194" cy="53891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52727" y="361207"/>
            <a:ext cx="1362145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Estudio de Tiendas Online: MediaMarkt y Amazon</a:t>
            </a:r>
            <a:endParaRPr lang="es-ES" sz="3750" noProof="0" dirty="0"/>
          </a:p>
        </p:txBody>
      </p:sp>
      <p:sp>
        <p:nvSpPr>
          <p:cNvPr id="13" name="Text 11"/>
          <p:cNvSpPr/>
          <p:nvPr/>
        </p:nvSpPr>
        <p:spPr>
          <a:xfrm>
            <a:off x="352727" y="6714915"/>
            <a:ext cx="7026508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s-ES" sz="1500" u="sng" noProof="0" dirty="0">
                <a:solidFill>
                  <a:srgbClr val="97B8FF"/>
                </a:solidFill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 Mediamarkt.docx</a:t>
            </a:r>
            <a:endParaRPr lang="es-ES" sz="1500" noProof="0" dirty="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DDFB4FF3-EA56-0599-4281-968B356556F8}"/>
              </a:ext>
            </a:extLst>
          </p:cNvPr>
          <p:cNvSpPr/>
          <p:nvPr/>
        </p:nvSpPr>
        <p:spPr>
          <a:xfrm>
            <a:off x="8017549" y="1624229"/>
            <a:ext cx="5956635" cy="3740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b="1" noProof="0" dirty="0">
                <a:solidFill>
                  <a:schemeClr val="bg1"/>
                </a:solidFill>
                <a:ea typeface="Noto Sans TC" pitchFamily="34" charset="-122"/>
              </a:rPr>
              <a:t>Diseño de Tienda</a:t>
            </a:r>
            <a:endParaRPr lang="es-ES" sz="1500" b="1" noProof="0" dirty="0">
              <a:solidFill>
                <a:schemeClr val="bg1"/>
              </a:solidFill>
            </a:endParaRPr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0A6BEA5C-F600-B9B4-421D-652D0B48A88B}"/>
              </a:ext>
            </a:extLst>
          </p:cNvPr>
          <p:cNvSpPr/>
          <p:nvPr/>
        </p:nvSpPr>
        <p:spPr>
          <a:xfrm>
            <a:off x="8017549" y="2245302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b="1" noProof="0" dirty="0">
                <a:solidFill>
                  <a:schemeClr val="bg1"/>
                </a:solidFill>
                <a:ea typeface="Noto Sans TC" pitchFamily="34" charset="-122"/>
              </a:rPr>
              <a:t>Búsqueda y Filtro de Productos</a:t>
            </a:r>
            <a:endParaRPr lang="es-ES" sz="1500" b="1" noProof="0" dirty="0">
              <a:solidFill>
                <a:schemeClr val="bg1"/>
              </a:solidFill>
            </a:endParaRPr>
          </a:p>
        </p:txBody>
      </p:sp>
      <p:sp>
        <p:nvSpPr>
          <p:cNvPr id="3" name="Text 11">
            <a:extLst>
              <a:ext uri="{FF2B5EF4-FFF2-40B4-BE49-F238E27FC236}">
                <a16:creationId xmlns:a16="http://schemas.microsoft.com/office/drawing/2014/main" id="{DC5501BD-B8A6-3C36-85EE-BF34EB0AC0B8}"/>
              </a:ext>
            </a:extLst>
          </p:cNvPr>
          <p:cNvSpPr/>
          <p:nvPr/>
        </p:nvSpPr>
        <p:spPr>
          <a:xfrm>
            <a:off x="352727" y="4835463"/>
            <a:ext cx="6478379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s-ES" sz="1500" u="sng" noProof="0" dirty="0">
                <a:solidFill>
                  <a:srgbClr val="97B8FF"/>
                </a:solidFill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 Amazon.docx</a:t>
            </a:r>
            <a:endParaRPr lang="es-ES" sz="1500" noProof="0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63207227-9F30-63CA-5FE9-9663F2A5170C}"/>
              </a:ext>
            </a:extLst>
          </p:cNvPr>
          <p:cNvSpPr/>
          <p:nvPr/>
        </p:nvSpPr>
        <p:spPr>
          <a:xfrm>
            <a:off x="352728" y="1669207"/>
            <a:ext cx="6144892" cy="244559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E07A404-6137-C0FF-B326-33BF26CDBF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120" y="2149884"/>
            <a:ext cx="5430894" cy="1641997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CD5AFA5D-7DF3-F27C-2C5A-2AD8806D4D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91237" y="4408995"/>
            <a:ext cx="8572500" cy="2857500"/>
          </a:xfrm>
          <a:prstGeom prst="rect">
            <a:avLst/>
          </a:prstGeom>
        </p:spPr>
      </p:pic>
      <p:sp>
        <p:nvSpPr>
          <p:cNvPr id="10" name="Text 11">
            <a:extLst>
              <a:ext uri="{FF2B5EF4-FFF2-40B4-BE49-F238E27FC236}">
                <a16:creationId xmlns:a16="http://schemas.microsoft.com/office/drawing/2014/main" id="{55450532-B4F7-44EB-769F-B65F3593D8E9}"/>
              </a:ext>
            </a:extLst>
          </p:cNvPr>
          <p:cNvSpPr/>
          <p:nvPr/>
        </p:nvSpPr>
        <p:spPr>
          <a:xfrm>
            <a:off x="8017549" y="2805219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b="1" noProof="0" dirty="0">
                <a:solidFill>
                  <a:schemeClr val="bg1"/>
                </a:solidFill>
                <a:ea typeface="Noto Sans TC" pitchFamily="34" charset="-122"/>
              </a:rPr>
              <a:t>Favoritos/Mi Lista</a:t>
            </a:r>
            <a:endParaRPr lang="es-ES" sz="1500" b="1" noProof="0" dirty="0">
              <a:solidFill>
                <a:schemeClr val="bg1"/>
              </a:solidFill>
            </a:endParaRPr>
          </a:p>
        </p:txBody>
      </p:sp>
      <p:sp>
        <p:nvSpPr>
          <p:cNvPr id="11" name="Text 11">
            <a:extLst>
              <a:ext uri="{FF2B5EF4-FFF2-40B4-BE49-F238E27FC236}">
                <a16:creationId xmlns:a16="http://schemas.microsoft.com/office/drawing/2014/main" id="{D9E32F61-42AC-9F56-0F45-6C168803CD40}"/>
              </a:ext>
            </a:extLst>
          </p:cNvPr>
          <p:cNvSpPr/>
          <p:nvPr/>
        </p:nvSpPr>
        <p:spPr>
          <a:xfrm>
            <a:off x="8017549" y="333753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b="1" dirty="0">
                <a:solidFill>
                  <a:schemeClr val="bg1"/>
                </a:solidFill>
                <a:ea typeface="Noto Sans TC" pitchFamily="34" charset="-122"/>
              </a:rPr>
              <a:t>Login</a:t>
            </a:r>
            <a:endParaRPr lang="es-ES" sz="1500" b="1" noProof="0" dirty="0">
              <a:solidFill>
                <a:schemeClr val="bg1"/>
              </a:solidFill>
            </a:endParaRPr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8B39385B-4019-32E6-6496-8BC885B959C9}"/>
              </a:ext>
            </a:extLst>
          </p:cNvPr>
          <p:cNvSpPr/>
          <p:nvPr/>
        </p:nvSpPr>
        <p:spPr>
          <a:xfrm>
            <a:off x="8017549" y="3716669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b="1" dirty="0">
                <a:solidFill>
                  <a:schemeClr val="bg1"/>
                </a:solidFill>
                <a:ea typeface="Noto Sans TC" pitchFamily="34" charset="-122"/>
              </a:rPr>
              <a:t>Cesta</a:t>
            </a:r>
            <a:endParaRPr lang="es-ES" sz="1500" b="1" noProof="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65760" y="386283"/>
            <a:ext cx="6949440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360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MVP: Producto Mínimo Viable</a:t>
            </a:r>
            <a:endParaRPr lang="es-ES" sz="3600" noProof="0" dirty="0"/>
          </a:p>
        </p:txBody>
      </p:sp>
      <p:sp>
        <p:nvSpPr>
          <p:cNvPr id="5" name="Text 3"/>
          <p:cNvSpPr/>
          <p:nvPr/>
        </p:nvSpPr>
        <p:spPr>
          <a:xfrm>
            <a:off x="365760" y="1581975"/>
            <a:ext cx="6508376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Funcionalidades Clave de Tienda</a:t>
            </a:r>
            <a:endParaRPr lang="es-ES" sz="2800" noProof="0" dirty="0"/>
          </a:p>
        </p:txBody>
      </p:sp>
      <p:sp>
        <p:nvSpPr>
          <p:cNvPr id="6" name="Text 4"/>
          <p:cNvSpPr>
            <a:spLocks/>
          </p:cNvSpPr>
          <p:nvPr/>
        </p:nvSpPr>
        <p:spPr>
          <a:xfrm>
            <a:off x="233038" y="2352849"/>
            <a:ext cx="6967009" cy="29721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Amplio catálogo de productos con filtro avanzado.</a:t>
            </a:r>
          </a:p>
          <a:p>
            <a:pPr marL="342900" indent="-342900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Carrito de compra intuitivo y proceso de </a:t>
            </a:r>
            <a:r>
              <a:rPr lang="es-ES" sz="2000" noProof="0" dirty="0" err="1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checkout</a:t>
            </a: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 seguro.</a:t>
            </a:r>
          </a:p>
          <a:p>
            <a:pPr marL="342900" indent="-342900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Visualización de productos más vistos en la página principal.</a:t>
            </a:r>
          </a:p>
          <a:p>
            <a:pPr marL="342900" indent="-342900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Sugerencias de productos relacionados en sus detalles.</a:t>
            </a:r>
          </a:p>
          <a:p>
            <a:pPr marL="342900" indent="-342900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Sistema de paginación eficiente para una navegación fluida.</a:t>
            </a:r>
          </a:p>
          <a:p>
            <a:pPr marL="342900" indent="-342900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</a:rPr>
              <a:t>Productos favoritos del usuario.</a:t>
            </a:r>
          </a:p>
          <a:p>
            <a:pPr marL="342900" indent="-342900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Visualización de productos en cuadricula o lista.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s-ES" sz="2000" dirty="0">
                <a:solidFill>
                  <a:schemeClr val="bg1"/>
                </a:solidFill>
                <a:ea typeface="Noto Sans TC" pitchFamily="34" charset="-122"/>
                <a:cs typeface="Noto Sans" panose="020B0502040504020204" pitchFamily="34" charset="0"/>
              </a:rPr>
              <a:t>Diseño responsivo para cualquier dispositivo.</a:t>
            </a:r>
          </a:p>
        </p:txBody>
      </p:sp>
      <p:sp>
        <p:nvSpPr>
          <p:cNvPr id="11" name="Text 9"/>
          <p:cNvSpPr/>
          <p:nvPr/>
        </p:nvSpPr>
        <p:spPr>
          <a:xfrm>
            <a:off x="7840006" y="4461603"/>
            <a:ext cx="6327815" cy="709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Tecnologías Utilizadas</a:t>
            </a:r>
            <a:endParaRPr lang="es-ES" sz="2800" noProof="0" dirty="0"/>
          </a:p>
        </p:txBody>
      </p:sp>
      <p:sp>
        <p:nvSpPr>
          <p:cNvPr id="12" name="Shape 10"/>
          <p:cNvSpPr/>
          <p:nvPr/>
        </p:nvSpPr>
        <p:spPr>
          <a:xfrm>
            <a:off x="7840007" y="5289044"/>
            <a:ext cx="6715090" cy="878206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3" name="Text 11"/>
          <p:cNvSpPr/>
          <p:nvPr/>
        </p:nvSpPr>
        <p:spPr>
          <a:xfrm>
            <a:off x="8264527" y="5639074"/>
            <a:ext cx="2106118" cy="4409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u="sng" noProof="0" dirty="0">
                <a:solidFill>
                  <a:schemeClr val="bg1"/>
                </a:solidFill>
                <a:ea typeface="Sora Medium" pitchFamily="34" charset="-122"/>
                <a:cs typeface="Sora Medium" pitchFamily="34" charset="-120"/>
              </a:rPr>
              <a:t>Front-end</a:t>
            </a:r>
            <a:endParaRPr lang="es-ES" sz="2000" b="1" u="sng" noProof="0" dirty="0">
              <a:solidFill>
                <a:schemeClr val="bg1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9569893" y="5688395"/>
            <a:ext cx="4178338" cy="3915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React, HTML, CSS, JavaScript</a:t>
            </a:r>
            <a:endParaRPr lang="es-ES" noProof="0" dirty="0">
              <a:solidFill>
                <a:schemeClr val="bg1"/>
              </a:solidFill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840006" y="6421645"/>
            <a:ext cx="6715089" cy="824529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6" name="Text 14"/>
          <p:cNvSpPr/>
          <p:nvPr/>
        </p:nvSpPr>
        <p:spPr>
          <a:xfrm>
            <a:off x="8264526" y="6744947"/>
            <a:ext cx="2106117" cy="413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u="sng" noProof="0" dirty="0">
                <a:solidFill>
                  <a:schemeClr val="bg1"/>
                </a:solidFill>
                <a:ea typeface="Sora Medium" pitchFamily="34" charset="-122"/>
                <a:cs typeface="Sora Medium" pitchFamily="34" charset="-120"/>
              </a:rPr>
              <a:t>Backend</a:t>
            </a:r>
            <a:endParaRPr lang="es-ES" sz="2000" b="1" u="sng" noProof="0" dirty="0">
              <a:solidFill>
                <a:schemeClr val="bg1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9535656" y="6727820"/>
            <a:ext cx="4771970" cy="4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Firebase, Render, Node.js y Express </a:t>
            </a:r>
            <a:endParaRPr lang="es-ES" noProof="0" dirty="0">
              <a:solidFill>
                <a:schemeClr val="bg1"/>
              </a:solidFill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840007" y="7417907"/>
            <a:ext cx="6715089" cy="743296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b="1" u="sng" noProof="0" dirty="0"/>
          </a:p>
        </p:txBody>
      </p:sp>
      <p:sp>
        <p:nvSpPr>
          <p:cNvPr id="19" name="Text 17"/>
          <p:cNvSpPr/>
          <p:nvPr/>
        </p:nvSpPr>
        <p:spPr>
          <a:xfrm>
            <a:off x="8264527" y="7679876"/>
            <a:ext cx="2106117" cy="330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000" b="1" u="sng" noProof="0" dirty="0">
                <a:solidFill>
                  <a:schemeClr val="bg1"/>
                </a:solidFill>
                <a:ea typeface="Sora Medium" pitchFamily="34" charset="-122"/>
                <a:cs typeface="Sora Medium" pitchFamily="34" charset="-120"/>
              </a:rPr>
              <a:t>IA</a:t>
            </a:r>
            <a:endParaRPr lang="es-ES" sz="2000" b="1" u="sng" noProof="0" dirty="0">
              <a:solidFill>
                <a:schemeClr val="bg1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8887345" y="7661181"/>
            <a:ext cx="5172857" cy="330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noProof="0" dirty="0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AWS </a:t>
            </a:r>
            <a:r>
              <a:rPr lang="es-ES" noProof="0" dirty="0" err="1">
                <a:solidFill>
                  <a:schemeClr val="bg1"/>
                </a:solidFill>
                <a:ea typeface="Noto Sans TC" pitchFamily="34" charset="-122"/>
                <a:cs typeface="Noto Sans TC" pitchFamily="34" charset="-120"/>
              </a:rPr>
              <a:t>Bedrock</a:t>
            </a:r>
            <a:endParaRPr lang="es-ES" noProof="0" dirty="0">
              <a:solidFill>
                <a:schemeClr val="bg1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7315200" y="1593401"/>
            <a:ext cx="7046259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ea typeface="Sora Medium" pitchFamily="34" charset="-122"/>
                <a:cs typeface="Sora Medium" pitchFamily="34" charset="-120"/>
              </a:rPr>
              <a:t>Valor Añadido y Experiencia de Usuario</a:t>
            </a:r>
            <a:endParaRPr lang="es-ES" sz="2800" noProof="0" dirty="0"/>
          </a:p>
        </p:txBody>
      </p:sp>
      <p:sp>
        <p:nvSpPr>
          <p:cNvPr id="22" name="Text 20"/>
          <p:cNvSpPr/>
          <p:nvPr/>
        </p:nvSpPr>
        <p:spPr>
          <a:xfrm>
            <a:off x="7430354" y="2594295"/>
            <a:ext cx="6967008" cy="189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" panose="020B0502040504020204" pitchFamily="34" charset="0"/>
              </a:rPr>
              <a:t>Integración de Chatbot IA para soporte instantáneo.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" panose="020B0502040504020204" pitchFamily="34" charset="0"/>
              </a:rPr>
              <a:t>Opciones de tema claro/oscuro personalizables.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s-ES" sz="2000" dirty="0">
                <a:solidFill>
                  <a:schemeClr val="bg1"/>
                </a:solidFill>
                <a:ea typeface="Noto Sans TC" pitchFamily="34" charset="-122"/>
                <a:cs typeface="Noto Sans" panose="020B0502040504020204" pitchFamily="34" charset="0"/>
              </a:rPr>
              <a:t>Tarjetas de Aprender</a:t>
            </a:r>
            <a:endParaRPr lang="es-ES" sz="2000" noProof="0" dirty="0">
              <a:solidFill>
                <a:schemeClr val="bg1"/>
              </a:solidFill>
            </a:endParaRPr>
          </a:p>
          <a:p>
            <a:pPr marL="342900" indent="-342900">
              <a:buSzPct val="10000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Noto Sans TC" pitchFamily="34" charset="-122"/>
                <a:cs typeface="Noto Sans" panose="020B0502040504020204" pitchFamily="34" charset="0"/>
              </a:rPr>
              <a:t>Logotipo y branding distintivos para identidad de marca fuerte.</a:t>
            </a:r>
            <a:endParaRPr lang="es-ES" sz="2000" noProof="0" dirty="0">
              <a:solidFill>
                <a:schemeClr val="bg1"/>
              </a:solidFill>
            </a:endParaRPr>
          </a:p>
        </p:txBody>
      </p:sp>
      <p:pic>
        <p:nvPicPr>
          <p:cNvPr id="27" name="Image 0" descr="preencoded.png">
            <a:extLst>
              <a:ext uri="{FF2B5EF4-FFF2-40B4-BE49-F238E27FC236}">
                <a16:creationId xmlns:a16="http://schemas.microsoft.com/office/drawing/2014/main" id="{20089ECC-A10D-B16D-95F8-C9BAA519E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4705671"/>
            <a:ext cx="3399416" cy="3399416"/>
          </a:xfrm>
          <a:prstGeom prst="rect">
            <a:avLst/>
          </a:prstGeom>
        </p:spPr>
      </p:pic>
      <p:sp>
        <p:nvSpPr>
          <p:cNvPr id="2" name="Text 2">
            <a:extLst>
              <a:ext uri="{FF2B5EF4-FFF2-40B4-BE49-F238E27FC236}">
                <a16:creationId xmlns:a16="http://schemas.microsoft.com/office/drawing/2014/main" id="{81FF67AE-3FCB-A306-AB31-D5E44F2A0A22}"/>
              </a:ext>
            </a:extLst>
          </p:cNvPr>
          <p:cNvSpPr/>
          <p:nvPr/>
        </p:nvSpPr>
        <p:spPr>
          <a:xfrm>
            <a:off x="7439138" y="386283"/>
            <a:ext cx="6949440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3600" dirty="0">
                <a:solidFill>
                  <a:srgbClr val="97B8FF"/>
                </a:solidFill>
                <a:cs typeface="Sora Medium" pitchFamily="34" charset="-120"/>
              </a:rPr>
              <a:t>Añadidos</a:t>
            </a:r>
            <a:endParaRPr lang="es-ES" sz="360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/>
          <p:cNvSpPr/>
          <p:nvPr/>
        </p:nvSpPr>
        <p:spPr>
          <a:xfrm>
            <a:off x="225911" y="3219828"/>
            <a:ext cx="233844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4450" b="1" noProof="0" dirty="0">
                <a:solidFill>
                  <a:srgbClr val="0BABB6"/>
                </a:solidFill>
                <a:ea typeface="Sora Medium" pitchFamily="34" charset="-122"/>
                <a:cs typeface="Sora Medium" pitchFamily="34" charset="-120"/>
              </a:rPr>
              <a:t>Boceto</a:t>
            </a:r>
            <a:endParaRPr lang="es-ES" sz="4450" b="1" noProof="0" dirty="0">
              <a:solidFill>
                <a:srgbClr val="0BABB6"/>
              </a:solidFill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E403D50-66F8-D6E6-30A7-9189BE3F5F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4354" y="1"/>
            <a:ext cx="12066045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1B029-1181-F26B-F16D-26D205EED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2F292354-B0CD-FDC4-121D-8ACE30A8AA2B}"/>
              </a:ext>
            </a:extLst>
          </p:cNvPr>
          <p:cNvSpPr/>
          <p:nvPr/>
        </p:nvSpPr>
        <p:spPr>
          <a:xfrm>
            <a:off x="614824" y="630370"/>
            <a:ext cx="7637502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750" noProof="0" dirty="0">
                <a:solidFill>
                  <a:srgbClr val="97B8FF"/>
                </a:solidFill>
                <a:cs typeface="Sora Medium"/>
              </a:rPr>
              <a:t>Funcionamiento del Chat Bot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84E35B4-7030-E571-6879-86C1AE593621}"/>
              </a:ext>
            </a:extLst>
          </p:cNvPr>
          <p:cNvSpPr/>
          <p:nvPr/>
        </p:nvSpPr>
        <p:spPr>
          <a:xfrm>
            <a:off x="719649" y="2276109"/>
            <a:ext cx="7637502" cy="1767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+mn-lt"/>
                <a:cs typeface="+mn-lt"/>
              </a:rPr>
              <a:t>Permitir que el usuario converse con un Bot </a:t>
            </a: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+mn-lt"/>
                <a:cs typeface="+mn-lt"/>
              </a:rPr>
              <a:t>Mostrar respuestas en tiempo real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+mn-lt"/>
                <a:cs typeface="+mn-lt"/>
              </a:rPr>
              <a:t>Mantener un historial de mensajes</a:t>
            </a:r>
            <a:endParaRPr lang="es-ES" sz="2000" noProof="0" dirty="0">
              <a:solidFill>
                <a:schemeClr val="bg1"/>
              </a:solidFill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5598968-8170-EF23-639C-62FA5AC0BC6D}"/>
              </a:ext>
            </a:extLst>
          </p:cNvPr>
          <p:cNvSpPr txBox="1"/>
          <p:nvPr/>
        </p:nvSpPr>
        <p:spPr>
          <a:xfrm>
            <a:off x="716692" y="1552405"/>
            <a:ext cx="7315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2800" noProof="0" dirty="0">
                <a:solidFill>
                  <a:srgbClr val="00B0F0"/>
                </a:solidFill>
                <a:ea typeface="Corbel"/>
                <a:cs typeface="Corbel"/>
              </a:rPr>
              <a:t>Objetivo del sistema</a:t>
            </a:r>
            <a:endParaRPr lang="es-ES" sz="2800" noProof="0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A2E4C3E5-CF42-BAC2-0D4D-5484FE6F8D97}"/>
              </a:ext>
            </a:extLst>
          </p:cNvPr>
          <p:cNvSpPr/>
          <p:nvPr/>
        </p:nvSpPr>
        <p:spPr>
          <a:xfrm>
            <a:off x="614824" y="4566847"/>
            <a:ext cx="7637502" cy="32497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+mn-lt"/>
                <a:cs typeface="+mn-lt"/>
              </a:rPr>
              <a:t>Front-end desarrollado con React </a:t>
            </a: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+mn-lt"/>
                <a:cs typeface="+mn-lt"/>
              </a:rPr>
              <a:t>Backend desarrollado con Node.js y Express </a:t>
            </a: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+mn-lt"/>
                <a:cs typeface="+mn-lt"/>
              </a:rPr>
              <a:t>El backend se comunica con un servicio de IA (AWS </a:t>
            </a:r>
            <a:r>
              <a:rPr lang="es-ES" sz="2000" noProof="0" dirty="0" err="1">
                <a:solidFill>
                  <a:schemeClr val="bg1"/>
                </a:solidFill>
                <a:ea typeface="+mn-lt"/>
                <a:cs typeface="+mn-lt"/>
              </a:rPr>
              <a:t>Bedrock</a:t>
            </a:r>
            <a:r>
              <a:rPr lang="es-ES" sz="2000" noProof="0" dirty="0">
                <a:solidFill>
                  <a:schemeClr val="bg1"/>
                </a:solidFill>
                <a:ea typeface="+mn-lt"/>
                <a:cs typeface="+mn-lt"/>
              </a:rPr>
              <a:t>) </a:t>
            </a: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+mn-lt"/>
                <a:cs typeface="+mn-lt"/>
              </a:rPr>
              <a:t>Formato JSON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>
              <a:solidFill>
                <a:schemeClr val="bg1"/>
              </a:solidFill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chemeClr val="bg1"/>
                </a:solidFill>
                <a:ea typeface="Calibri"/>
                <a:cs typeface="Calibri"/>
              </a:rPr>
              <a:t>Despliegue : Firebase + Render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A6EA74C-DAE0-483A-3B42-4239965929C5}"/>
              </a:ext>
            </a:extLst>
          </p:cNvPr>
          <p:cNvSpPr txBox="1"/>
          <p:nvPr/>
        </p:nvSpPr>
        <p:spPr>
          <a:xfrm>
            <a:off x="716692" y="4043627"/>
            <a:ext cx="7315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2800" noProof="0" dirty="0">
                <a:solidFill>
                  <a:srgbClr val="00B0F0"/>
                </a:solidFill>
                <a:ea typeface="+mn-lt"/>
                <a:cs typeface="+mn-lt"/>
              </a:rPr>
              <a:t>Tecnologías usadas</a:t>
            </a:r>
            <a:endParaRPr lang="es-ES" sz="2800" noProof="0" dirty="0">
              <a:ea typeface="Calibri"/>
              <a:cs typeface="Calibri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3A4AF87-0192-9BB4-D61F-96B8AC7F8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2760" y="119648"/>
            <a:ext cx="6028695" cy="7992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7169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F0FB2-F5E5-FE58-E27A-041D3C81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F97E65A-B2FB-E7DA-72C1-F59165D1B8CD}"/>
              </a:ext>
            </a:extLst>
          </p:cNvPr>
          <p:cNvSpPr/>
          <p:nvPr/>
        </p:nvSpPr>
        <p:spPr>
          <a:xfrm>
            <a:off x="270989" y="598097"/>
            <a:ext cx="13584860" cy="14135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5400" noProof="0" dirty="0">
                <a:solidFill>
                  <a:srgbClr val="97B8FF"/>
                </a:solidFill>
                <a:cs typeface="Sora Medium"/>
              </a:rPr>
              <a:t>Retos Encontrados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06EA7ED-D270-69AF-3455-94C865FE50F8}"/>
              </a:ext>
            </a:extLst>
          </p:cNvPr>
          <p:cNvSpPr/>
          <p:nvPr/>
        </p:nvSpPr>
        <p:spPr>
          <a:xfrm>
            <a:off x="270989" y="2276107"/>
            <a:ext cx="11142876" cy="5467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3600" b="1" u="sng" noProof="0" dirty="0">
                <a:solidFill>
                  <a:schemeClr val="bg1"/>
                </a:solidFill>
                <a:ea typeface="+mn-lt"/>
                <a:cs typeface="+mn-lt"/>
              </a:rPr>
              <a:t>David: </a:t>
            </a:r>
            <a:r>
              <a:rPr lang="es-ES" sz="3600" noProof="0" dirty="0">
                <a:solidFill>
                  <a:schemeClr val="bg1"/>
                </a:solidFill>
                <a:ea typeface="+mn-lt"/>
                <a:cs typeface="+mn-lt"/>
              </a:rPr>
              <a:t>Ajustes en la lógica de cesta y favoritos para mantener un flujo de compra claro.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3600" b="1" u="sng" noProof="0" dirty="0">
                <a:solidFill>
                  <a:schemeClr val="bg1"/>
                </a:solidFill>
                <a:ea typeface="+mn-lt"/>
                <a:cs typeface="+mn-lt"/>
              </a:rPr>
              <a:t>Iker</a:t>
            </a:r>
            <a:r>
              <a:rPr lang="es-ES" sz="3600" b="1" u="sng" dirty="0">
                <a:solidFill>
                  <a:schemeClr val="bg1"/>
                </a:solidFill>
                <a:ea typeface="+mn-lt"/>
                <a:cs typeface="+mn-lt"/>
              </a:rPr>
              <a:t>: </a:t>
            </a:r>
            <a:r>
              <a:rPr lang="es-ES" sz="3600" dirty="0">
                <a:solidFill>
                  <a:schemeClr val="bg1"/>
                </a:solidFill>
                <a:ea typeface="+mn-lt"/>
                <a:cs typeface="+mn-lt"/>
              </a:rPr>
              <a:t>Errores en la gestión de sesión y persistencia de datos.</a:t>
            </a:r>
            <a:endParaRPr lang="es-ES" sz="3600" noProof="0" dirty="0">
              <a:solidFill>
                <a:schemeClr val="bg1"/>
              </a:solidFill>
              <a:ea typeface="+mn-lt"/>
              <a:cs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3600" b="1" u="sng" dirty="0">
                <a:solidFill>
                  <a:schemeClr val="bg1"/>
                </a:solidFill>
                <a:ea typeface="+mn-lt"/>
                <a:cs typeface="+mn-lt"/>
              </a:rPr>
              <a:t>Ivan: </a:t>
            </a:r>
            <a:r>
              <a:rPr lang="es-ES" sz="3600" dirty="0">
                <a:solidFill>
                  <a:schemeClr val="bg1"/>
                </a:solidFill>
                <a:ea typeface="+mn-lt"/>
                <a:cs typeface="+mn-lt"/>
              </a:rPr>
              <a:t>Integración de tarjetas de aprendizaje sin sobrecargar la interfaz.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3600" b="1" u="sng" noProof="0" dirty="0">
                <a:solidFill>
                  <a:schemeClr val="bg1"/>
                </a:solidFill>
                <a:ea typeface="+mn-lt"/>
                <a:cs typeface="+mn-lt"/>
              </a:rPr>
              <a:t>Noelia: </a:t>
            </a:r>
            <a:r>
              <a:rPr lang="es-ES" sz="3600" dirty="0">
                <a:solidFill>
                  <a:schemeClr val="bg1"/>
                </a:solidFill>
                <a:ea typeface="+mn-lt"/>
                <a:cs typeface="+mn-lt"/>
              </a:rPr>
              <a:t>Despliegue para peticiones de backend, firebase gratuito no tiene servicio proxy y se ha desplegado en Render</a:t>
            </a:r>
          </a:p>
        </p:txBody>
      </p:sp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5AE45EF2-08A2-9792-71F3-74A89D5D0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675" y="3830262"/>
            <a:ext cx="3913737" cy="3913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631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61281A25-1CA2-CC95-2ED2-ED06FFDEEF3E}"/>
              </a:ext>
            </a:extLst>
          </p:cNvPr>
          <p:cNvSpPr txBox="1"/>
          <p:nvPr/>
        </p:nvSpPr>
        <p:spPr>
          <a:xfrm>
            <a:off x="3949968" y="286731"/>
            <a:ext cx="5689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ES" sz="4000" b="1" dirty="0">
                <a:solidFill>
                  <a:srgbClr val="0070C0"/>
                </a:solidFill>
              </a:rPr>
              <a:t>Agradecimientos</a:t>
            </a:r>
          </a:p>
        </p:txBody>
      </p:sp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6C5FECF3-D238-801C-3F93-B5F0A45267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4274" y="4583474"/>
            <a:ext cx="3646126" cy="3646126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D1B4157F-3E53-C1DF-2847-FDF487D5C274}"/>
              </a:ext>
            </a:extLst>
          </p:cNvPr>
          <p:cNvSpPr txBox="1"/>
          <p:nvPr/>
        </p:nvSpPr>
        <p:spPr>
          <a:xfrm>
            <a:off x="322729" y="1200262"/>
            <a:ext cx="13974184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sz="3200" dirty="0">
                <a:solidFill>
                  <a:schemeClr val="bg1"/>
                </a:solidFill>
              </a:rPr>
              <a:t>A Alejandra por su implicación y acompañamiento constante durante el proyecto. </a:t>
            </a:r>
          </a:p>
          <a:p>
            <a:pPr>
              <a:buNone/>
            </a:pPr>
            <a:endParaRPr lang="es-ES" sz="3200" dirty="0">
              <a:solidFill>
                <a:schemeClr val="bg1"/>
              </a:solidFill>
            </a:endParaRPr>
          </a:p>
          <a:p>
            <a:pPr>
              <a:buNone/>
            </a:pPr>
            <a:r>
              <a:rPr lang="es-ES" sz="3200" dirty="0">
                <a:solidFill>
                  <a:schemeClr val="bg1"/>
                </a:solidFill>
              </a:rPr>
              <a:t>A Juanse por sentarnos las bases en fundamentos de programación. </a:t>
            </a:r>
          </a:p>
          <a:p>
            <a:pPr>
              <a:buNone/>
            </a:pPr>
            <a:endParaRPr lang="es-ES" sz="3200" dirty="0">
              <a:solidFill>
                <a:schemeClr val="bg1"/>
              </a:solidFill>
            </a:endParaRPr>
          </a:p>
          <a:p>
            <a:pPr>
              <a:buNone/>
            </a:pPr>
            <a:r>
              <a:rPr lang="es-ES" sz="3200" dirty="0">
                <a:solidFill>
                  <a:schemeClr val="bg1"/>
                </a:solidFill>
              </a:rPr>
              <a:t>A Javier, nuestro mentor, por su guía práctica y resolver nuestras dudas técnicas. </a:t>
            </a:r>
          </a:p>
          <a:p>
            <a:pPr>
              <a:buNone/>
            </a:pPr>
            <a:endParaRPr lang="es-ES" sz="3200" dirty="0">
              <a:solidFill>
                <a:schemeClr val="bg1"/>
              </a:solidFill>
            </a:endParaRPr>
          </a:p>
          <a:p>
            <a:pPr>
              <a:buNone/>
            </a:pPr>
            <a:r>
              <a:rPr lang="es-ES" sz="3200" dirty="0">
                <a:solidFill>
                  <a:schemeClr val="bg1"/>
                </a:solidFill>
              </a:rPr>
              <a:t>A Edu por introducirnos en las metodologías ágiles. </a:t>
            </a:r>
          </a:p>
          <a:p>
            <a:pPr>
              <a:buNone/>
            </a:pPr>
            <a:r>
              <a:rPr lang="es-ES" sz="3200" dirty="0">
                <a:solidFill>
                  <a:schemeClr val="bg1"/>
                </a:solidFill>
              </a:rPr>
              <a:t>Y a las coordinadoras por crear un entorno fundamental para nuestro crecimiento.</a:t>
            </a:r>
          </a:p>
        </p:txBody>
      </p:sp>
    </p:spTree>
    <p:extLst>
      <p:ext uri="{BB962C8B-B14F-4D97-AF65-F5344CB8AC3E}">
        <p14:creationId xmlns:p14="http://schemas.microsoft.com/office/powerpoint/2010/main" val="30904985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1556</TotalTime>
  <Words>716</Words>
  <Application>Microsoft Office PowerPoint</Application>
  <PresentationFormat>Personalizado</PresentationFormat>
  <Paragraphs>141</Paragraphs>
  <Slides>13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21" baseType="lpstr">
      <vt:lpstr>Sora Medium</vt:lpstr>
      <vt:lpstr>Noto Sans TC</vt:lpstr>
      <vt:lpstr>Calibri</vt:lpstr>
      <vt:lpstr>Symbol</vt:lpstr>
      <vt:lpstr>Arial</vt:lpstr>
      <vt:lpstr>Corbel</vt:lpstr>
      <vt:lpstr>Times New Roman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Iker Martinez</dc:creator>
  <cp:lastModifiedBy>David CM</cp:lastModifiedBy>
  <cp:revision>482</cp:revision>
  <dcterms:created xsi:type="dcterms:W3CDTF">2026-01-18T22:42:39Z</dcterms:created>
  <dcterms:modified xsi:type="dcterms:W3CDTF">2026-01-26T09:41:25Z</dcterms:modified>
</cp:coreProperties>
</file>