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modernComment_106_0.xml" ContentType="application/vnd.ms-powerpoint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8" r:id="rId3"/>
    <p:sldId id="267" r:id="rId4"/>
    <p:sldId id="262" r:id="rId5"/>
    <p:sldId id="268" r:id="rId6"/>
    <p:sldId id="269" r:id="rId7"/>
    <p:sldId id="263" r:id="rId8"/>
    <p:sldId id="265" r:id="rId9"/>
    <p:sldId id="264" r:id="rId10"/>
    <p:sldId id="266" r:id="rId11"/>
    <p:sldId id="275" r:id="rId12"/>
    <p:sldId id="271" r:id="rId13"/>
    <p:sldId id="288" r:id="rId14"/>
    <p:sldId id="289" r:id="rId15"/>
    <p:sldId id="290" r:id="rId16"/>
    <p:sldId id="291" r:id="rId17"/>
    <p:sldId id="276" r:id="rId18"/>
    <p:sldId id="277" r:id="rId19"/>
    <p:sldId id="278" r:id="rId20"/>
    <p:sldId id="279" r:id="rId21"/>
    <p:sldId id="280" r:id="rId22"/>
    <p:sldId id="281" r:id="rId23"/>
    <p:sldId id="282" r:id="rId24"/>
    <p:sldId id="283" r:id="rId25"/>
    <p:sldId id="284" r:id="rId26"/>
    <p:sldId id="285" r:id="rId27"/>
    <p:sldId id="286" r:id="rId28"/>
    <p:sldId id="270" r:id="rId29"/>
    <p:sldId id="287" r:id="rId30"/>
  </p:sldIdLst>
  <p:sldSz cx="14630400" cy="8229600"/>
  <p:notesSz cx="8229600" cy="14630400"/>
  <p:embeddedFontLst>
    <p:embeddedFont>
      <p:font typeface="Noto Sans TC" panose="020B0604020202020204" charset="-128"/>
      <p:regular r:id="rId32"/>
    </p:embeddedFont>
    <p:embeddedFont>
      <p:font typeface="Corbel" panose="020B0503020204020204" pitchFamily="34" charset="0"/>
      <p:regular r:id="rId33"/>
      <p:bold r:id="rId34"/>
      <p:italic r:id="rId35"/>
      <p:boldItalic r:id="rId36"/>
    </p:embeddedFont>
    <p:embeddedFont>
      <p:font typeface="Sora Medium" panose="020B0604020202020204" charset="0"/>
      <p:regular r:id="rId37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F3F0CCC-7EF3-2BCE-E966-01205DB42111}" name="Iker Martinez" initials="IM" userId="031a0476b88aa56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ABB6"/>
    <a:srgbClr val="154D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AF2DCE-D221-BC89-A846-1A0F8FE7964D}" v="742" dt="2026-01-19T15:05:28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56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4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AFARGA PAYÁ, NOELIA" userId="S::noealapay@alu.edu.gva.es::0f7d828b-fef2-45dd-aa63-66f36ab4b478" providerId="AD" clId="Web-{CCAF2DCE-D221-BC89-A846-1A0F8FE7964D}"/>
    <pc:docChg chg="addSld modSld">
      <pc:chgData name="ALAFARGA PAYÁ, NOELIA" userId="S::noealapay@alu.edu.gva.es::0f7d828b-fef2-45dd-aa63-66f36ab4b478" providerId="AD" clId="Web-{CCAF2DCE-D221-BC89-A846-1A0F8FE7964D}" dt="2026-01-19T15:05:28.726" v="662" actId="1076"/>
      <pc:docMkLst>
        <pc:docMk/>
      </pc:docMkLst>
      <pc:sldChg chg="addSp delSp modSp">
        <pc:chgData name="ALAFARGA PAYÁ, NOELIA" userId="S::noealapay@alu.edu.gva.es::0f7d828b-fef2-45dd-aa63-66f36ab4b478" providerId="AD" clId="Web-{CCAF2DCE-D221-BC89-A846-1A0F8FE7964D}" dt="2026-01-19T13:19:43.665" v="50" actId="20577"/>
        <pc:sldMkLst>
          <pc:docMk/>
          <pc:sldMk cId="0" sldId="258"/>
        </pc:sldMkLst>
        <pc:spChg chg="add del mod">
          <ac:chgData name="ALAFARGA PAYÁ, NOELIA" userId="S::noealapay@alu.edu.gva.es::0f7d828b-fef2-45dd-aa63-66f36ab4b478" providerId="AD" clId="Web-{CCAF2DCE-D221-BC89-A846-1A0F8FE7964D}" dt="2026-01-19T13:19:07.399" v="23"/>
          <ac:spMkLst>
            <pc:docMk/>
            <pc:sldMk cId="0" sldId="258"/>
            <ac:spMk id="26" creationId="{23941956-10DD-B7D1-858A-4CBFBDA5834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19:43.665" v="50" actId="20577"/>
          <ac:spMkLst>
            <pc:docMk/>
            <pc:sldMk cId="0" sldId="258"/>
            <ac:spMk id="27" creationId="{9BDB0973-D89D-1FD3-5432-EC1E681113F2}"/>
          </ac:spMkLst>
        </pc:sp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3:43:03.309" v="369" actId="1076"/>
        <pc:sldMkLst>
          <pc:docMk/>
          <pc:sldMk cId="1911477895" sldId="269"/>
        </pc:sldMkLst>
        <pc:spChg chg="mod">
          <ac:chgData name="ALAFARGA PAYÁ, NOELIA" userId="S::noealapay@alu.edu.gva.es::0f7d828b-fef2-45dd-aa63-66f36ab4b478" providerId="AD" clId="Web-{CCAF2DCE-D221-BC89-A846-1A0F8FE7964D}" dt="2026-01-19T13:42:53.402" v="368" actId="1076"/>
          <ac:spMkLst>
            <pc:docMk/>
            <pc:sldMk cId="1911477895" sldId="269"/>
            <ac:spMk id="5" creationId="{56F71887-1E18-70E9-367D-0BB9890E4B76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47.318" v="356" actId="1076"/>
          <ac:spMkLst>
            <pc:docMk/>
            <pc:sldMk cId="1911477895" sldId="269"/>
            <ac:spMk id="6" creationId="{5F0689C2-FE47-3BDD-2873-00E5D7A1F4E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52.990" v="357" actId="1076"/>
          <ac:spMkLst>
            <pc:docMk/>
            <pc:sldMk cId="1911477895" sldId="269"/>
            <ac:spMk id="7" creationId="{E236587E-81F9-0D4A-F273-30823100F6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3:03.309" v="369" actId="1076"/>
          <ac:spMkLst>
            <pc:docMk/>
            <pc:sldMk cId="1911477895" sldId="269"/>
            <ac:spMk id="9" creationId="{118A07C5-EC66-92A6-C903-78703FD2DF9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8.495" v="366" actId="1076"/>
          <ac:spMkLst>
            <pc:docMk/>
            <pc:sldMk cId="1911477895" sldId="269"/>
            <ac:spMk id="10" creationId="{CD3E15D2-DA87-FA4A-DDD2-3647D9DB1FC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3.932" v="365" actId="1076"/>
          <ac:spMkLst>
            <pc:docMk/>
            <pc:sldMk cId="1911477895" sldId="269"/>
            <ac:spMk id="11" creationId="{BC248928-5991-E0BC-288B-85A5DF55C6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27.588" v="364" actId="1076"/>
          <ac:spMkLst>
            <pc:docMk/>
            <pc:sldMk cId="1911477895" sldId="269"/>
            <ac:spMk id="12" creationId="{FA32F16B-F76E-BAFA-722C-5235263C635E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3:25:17.137" v="165"/>
          <ac:spMkLst>
            <pc:docMk/>
            <pc:sldMk cId="1911477895" sldId="269"/>
            <ac:spMk id="13" creationId="{BCC2947D-025B-E248-2B2A-B15F5161A7F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17.790" v="363" actId="1076"/>
          <ac:spMkLst>
            <pc:docMk/>
            <pc:sldMk cId="1911477895" sldId="269"/>
            <ac:spMk id="14" creationId="{BDF7498E-2BE4-9723-3687-40EF4A1F2BEE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10.243" v="362" actId="1076"/>
          <ac:spMkLst>
            <pc:docMk/>
            <pc:sldMk cId="1911477895" sldId="269"/>
            <ac:spMk id="20" creationId="{BC3432E2-D36A-8A3A-BA60-B447F6C59EE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03.898" v="361" actId="1076"/>
          <ac:spMkLst>
            <pc:docMk/>
            <pc:sldMk cId="1911477895" sldId="269"/>
            <ac:spMk id="21" creationId="{D85CB39C-0BBA-7A04-C548-BE023EEBB8D5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3:27:02.700" v="236"/>
          <ac:picMkLst>
            <pc:docMk/>
            <pc:sldMk cId="1911477895" sldId="269"/>
            <ac:picMk id="8" creationId="{8B345D24-32E7-C3B4-70D8-C0BFBB37E14E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6:59.544" v="231"/>
          <ac:picMkLst>
            <pc:docMk/>
            <pc:sldMk cId="1911477895" sldId="269"/>
            <ac:picMk id="15" creationId="{E1D19AFF-F21D-F464-CF16-E55C3D619ED2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0.356" v="232"/>
          <ac:picMkLst>
            <pc:docMk/>
            <pc:sldMk cId="1911477895" sldId="269"/>
            <ac:picMk id="16" creationId="{5A9DA858-8033-CC06-2BEA-86DE7BF6E2F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012" v="233"/>
          <ac:picMkLst>
            <pc:docMk/>
            <pc:sldMk cId="1911477895" sldId="269"/>
            <ac:picMk id="17" creationId="{518BABE8-FD23-B487-8EAB-49F7307D15C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512" v="234"/>
          <ac:picMkLst>
            <pc:docMk/>
            <pc:sldMk cId="1911477895" sldId="269"/>
            <ac:picMk id="18" creationId="{71B1AEEB-0205-D510-51D0-456467AE740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2.153" v="235"/>
          <ac:picMkLst>
            <pc:docMk/>
            <pc:sldMk cId="1911477895" sldId="269"/>
            <ac:picMk id="19" creationId="{3F363D71-C55C-7F64-FD5F-8A0134A50C77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3:41:54.148" v="360" actId="1076"/>
          <ac:picMkLst>
            <pc:docMk/>
            <pc:sldMk cId="1911477895" sldId="269"/>
            <ac:picMk id="22" creationId="{62FB17A3-D3AF-03A5-EC92-6AAEBFF113C7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4:12:33.374" v="397" actId="1076"/>
        <pc:sldMkLst>
          <pc:docMk/>
          <pc:sldMk cId="539674223" sldId="270"/>
        </pc:sldMkLst>
        <pc:spChg chg="mod">
          <ac:chgData name="ALAFARGA PAYÁ, NOELIA" userId="S::noealapay@alu.edu.gva.es::0f7d828b-fef2-45dd-aa63-66f36ab4b478" providerId="AD" clId="Web-{CCAF2DCE-D221-BC89-A846-1A0F8FE7964D}" dt="2026-01-19T14:12:22.483" v="396" actId="20577"/>
          <ac:spMkLst>
            <pc:docMk/>
            <pc:sldMk cId="539674223" sldId="270"/>
            <ac:spMk id="3" creationId="{7E2A06DE-DC35-BF02-E603-59F8E8FACBA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2:33.374" v="397" actId="1076"/>
          <ac:spMkLst>
            <pc:docMk/>
            <pc:sldMk cId="539674223" sldId="270"/>
            <ac:spMk id="4" creationId="{CDB2E0BC-C6BB-6E59-940C-1B5520BF31E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09:56.822" v="386" actId="14100"/>
          <ac:spMkLst>
            <pc:docMk/>
            <pc:sldMk cId="539674223" sldId="270"/>
            <ac:spMk id="5" creationId="{349D1DFF-FC69-794A-BD1F-BCF7163F693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23.853" v="376"/>
          <ac:spMkLst>
            <pc:docMk/>
            <pc:sldMk cId="539674223" sldId="270"/>
            <ac:spMk id="6" creationId="{C743DBDA-A7A8-4D21-89D9-002668F6D385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8.087" v="379"/>
          <ac:spMkLst>
            <pc:docMk/>
            <pc:sldMk cId="539674223" sldId="270"/>
            <ac:spMk id="7" creationId="{2B3B50E7-C222-5675-8BE0-7E2FB5EB52ED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9.166" v="380"/>
          <ac:spMkLst>
            <pc:docMk/>
            <pc:sldMk cId="539674223" sldId="270"/>
            <ac:spMk id="8" creationId="{5C39B4ED-CA45-DD81-0B04-D46B91115EF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3.103" v="381"/>
          <ac:spMkLst>
            <pc:docMk/>
            <pc:sldMk cId="539674223" sldId="270"/>
            <ac:spMk id="9" creationId="{9AF7B53E-534D-1725-17BE-0EA589DEC88A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5.666" v="382"/>
          <ac:spMkLst>
            <pc:docMk/>
            <pc:sldMk cId="539674223" sldId="270"/>
            <ac:spMk id="10" creationId="{E8855BC3-FE56-F8FA-77D6-A75156E86E6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7.681" v="383"/>
          <ac:spMkLst>
            <pc:docMk/>
            <pc:sldMk cId="539674223" sldId="270"/>
            <ac:spMk id="11" creationId="{EC6A698C-316C-7AF7-B21C-0A07089B264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0.603" v="384"/>
          <ac:spMkLst>
            <pc:docMk/>
            <pc:sldMk cId="539674223" sldId="270"/>
            <ac:spMk id="12" creationId="{B31E96D1-0E82-0D63-9053-0347647A420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2.760" v="385"/>
          <ac:spMkLst>
            <pc:docMk/>
            <pc:sldMk cId="539674223" sldId="270"/>
            <ac:spMk id="13" creationId="{C37669AA-992C-D5D3-5CA3-67DB258386FE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4:09:58.979" v="387"/>
          <ac:picMkLst>
            <pc:docMk/>
            <pc:sldMk cId="539674223" sldId="270"/>
            <ac:picMk id="14" creationId="{F2E9DB91-8810-878F-ED5A-197A4E7C9128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1:10.684" v="389" actId="1076"/>
          <ac:picMkLst>
            <pc:docMk/>
            <pc:sldMk cId="539674223" sldId="270"/>
            <ac:picMk id="15" creationId="{2F31149D-3ADF-6322-207C-A5DEB6BD43DF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2:01.154" v="393" actId="1076"/>
          <ac:picMkLst>
            <pc:docMk/>
            <pc:sldMk cId="539674223" sldId="270"/>
            <ac:picMk id="16" creationId="{C6001C7C-F067-F647-FB6A-6F7AA71783E1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5:05:28.726" v="662" actId="1076"/>
        <pc:sldMkLst>
          <pc:docMk/>
          <pc:sldMk cId="771716945" sldId="271"/>
        </pc:sldMkLst>
        <pc:spChg chg="mod">
          <ac:chgData name="ALAFARGA PAYÁ, NOELIA" userId="S::noealapay@alu.edu.gva.es::0f7d828b-fef2-45dd-aa63-66f36ab4b478" providerId="AD" clId="Web-{CCAF2DCE-D221-BC89-A846-1A0F8FE7964D}" dt="2026-01-19T14:14:36.971" v="404" actId="20577"/>
          <ac:spMkLst>
            <pc:docMk/>
            <pc:sldMk cId="771716945" sldId="271"/>
            <ac:spMk id="3" creationId="{1FD0A2D7-387E-22FA-E6BF-83E74520F2A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4:54.783" v="417" actId="20577"/>
          <ac:spMkLst>
            <pc:docMk/>
            <pc:sldMk cId="771716945" sldId="271"/>
            <ac:spMk id="4" creationId="{2F292354-B0CD-FDC4-121D-8ACE30A8AA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0:43.652" v="428" actId="14100"/>
          <ac:spMkLst>
            <pc:docMk/>
            <pc:sldMk cId="771716945" sldId="271"/>
            <ac:spMk id="5" creationId="{484E35B4-7030-E571-6879-86C1AE593621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13.531" v="484" actId="20577"/>
          <ac:spMkLst>
            <pc:docMk/>
            <pc:sldMk cId="771716945" sldId="271"/>
            <ac:spMk id="6" creationId="{55598968-8170-EF23-639C-62FA5AC0BC6D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3:26.208" v="519" actId="14100"/>
          <ac:spMkLst>
            <pc:docMk/>
            <pc:sldMk cId="771716945" sldId="271"/>
            <ac:spMk id="7" creationId="{A2E4C3E5-CF42-BAC2-0D4D-5484FE6F8D9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55.831" v="486" actId="20577"/>
          <ac:spMkLst>
            <pc:docMk/>
            <pc:sldMk cId="771716945" sldId="271"/>
            <ac:spMk id="8" creationId="{DA6EA74C-DAE0-483A-3B42-4239965929C5}"/>
          </ac:spMkLst>
        </pc:spChg>
        <pc:picChg chg="add mod">
          <ac:chgData name="ALAFARGA PAYÁ, NOELIA" userId="S::noealapay@alu.edu.gva.es::0f7d828b-fef2-45dd-aa63-66f36ab4b478" providerId="AD" clId="Web-{CCAF2DCE-D221-BC89-A846-1A0F8FE7964D}" dt="2026-01-19T15:05:28.726" v="662" actId="1076"/>
          <ac:picMkLst>
            <pc:docMk/>
            <pc:sldMk cId="771716945" sldId="271"/>
            <ac:picMk id="9" creationId="{49D1145C-45BE-C038-FC45-961AC3009FA3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29.643" v="418"/>
          <ac:picMkLst>
            <pc:docMk/>
            <pc:sldMk cId="771716945" sldId="271"/>
            <ac:picMk id="15" creationId="{E85B1B0B-B28C-540F-075D-44306470546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30.222" v="419"/>
          <ac:picMkLst>
            <pc:docMk/>
            <pc:sldMk cId="771716945" sldId="271"/>
            <ac:picMk id="16" creationId="{218DDCFA-1328-D11B-BFF0-BCDF077680F8}"/>
          </ac:picMkLst>
        </pc:pic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30:09.528" v="482" actId="1076"/>
        <pc:sldMkLst>
          <pc:docMk/>
          <pc:sldMk cId="1686336812" sldId="272"/>
        </pc:sldMkLst>
        <pc:spChg chg="mod">
          <ac:chgData name="ALAFARGA PAYÁ, NOELIA" userId="S::noealapay@alu.edu.gva.es::0f7d828b-fef2-45dd-aa63-66f36ab4b478" providerId="AD" clId="Web-{CCAF2DCE-D221-BC89-A846-1A0F8FE7964D}" dt="2026-01-19T14:24:12.583" v="456" actId="20577"/>
          <ac:spMkLst>
            <pc:docMk/>
            <pc:sldMk cId="1686336812" sldId="272"/>
            <ac:spMk id="4" creationId="{5C9DB1B9-C9CC-9714-6A35-90CC3CADA62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2.449" v="479" actId="1076"/>
          <ac:spMkLst>
            <pc:docMk/>
            <pc:sldMk cId="1686336812" sldId="272"/>
            <ac:spMk id="5" creationId="{4D3D626C-0BF7-725D-0EBE-6EDB18E5525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8.246" v="481" actId="20577"/>
          <ac:spMkLst>
            <pc:docMk/>
            <pc:sldMk cId="1686336812" sldId="272"/>
            <ac:spMk id="6" creationId="{28B06D7A-2891-3C92-DE21-95281A3C2AF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32.558" v="469" actId="14100"/>
          <ac:spMkLst>
            <pc:docMk/>
            <pc:sldMk cId="1686336812" sldId="272"/>
            <ac:spMk id="7" creationId="{FBAC5E04-53EE-55BE-D867-D47CF47FA177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11.089" v="465" actId="1076"/>
          <ac:spMkLst>
            <pc:docMk/>
            <pc:sldMk cId="1686336812" sldId="272"/>
            <ac:spMk id="8" creationId="{DD7813E6-62AC-4673-6A44-9A02C299D13F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30:09.528" v="482" actId="1076"/>
          <ac:spMkLst>
            <pc:docMk/>
            <pc:sldMk cId="1686336812" sldId="272"/>
            <ac:spMk id="9" creationId="{8243C9B8-BD5D-CDC6-CF8C-CF290E03DD1C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29:22.168" v="475" actId="20577"/>
          <ac:spMkLst>
            <pc:docMk/>
            <pc:sldMk cId="1686336812" sldId="272"/>
            <ac:spMk id="10" creationId="{7C52966C-BA2E-4AD9-7780-AA94832A978E}"/>
          </ac:spMkLst>
        </pc:sp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59:27.424" v="567" actId="20577"/>
        <pc:sldMkLst>
          <pc:docMk/>
          <pc:sldMk cId="2621555866" sldId="273"/>
        </pc:sldMkLst>
        <pc:spChg chg="mod">
          <ac:chgData name="ALAFARGA PAYÁ, NOELIA" userId="S::noealapay@alu.edu.gva.es::0f7d828b-fef2-45dd-aa63-66f36ab4b478" providerId="AD" clId="Web-{CCAF2DCE-D221-BC89-A846-1A0F8FE7964D}" dt="2026-01-19T14:54:32.509" v="530" actId="20577"/>
          <ac:spMkLst>
            <pc:docMk/>
            <pc:sldMk cId="2621555866" sldId="273"/>
            <ac:spMk id="3" creationId="{6A444F63-3119-F5A3-54A8-877EC3BDDF0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4:53.322" v="536" actId="20577"/>
          <ac:spMkLst>
            <pc:docMk/>
            <pc:sldMk cId="2621555866" sldId="273"/>
            <ac:spMk id="4" creationId="{1FC635ED-49C8-84A1-45A5-2E151C40760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21.635" v="546" actId="20577"/>
          <ac:spMkLst>
            <pc:docMk/>
            <pc:sldMk cId="2621555866" sldId="273"/>
            <ac:spMk id="5" creationId="{E2A53D67-013A-787C-0AEF-ACD13EF3374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12.229" v="542" actId="20577"/>
          <ac:spMkLst>
            <pc:docMk/>
            <pc:sldMk cId="2621555866" sldId="273"/>
            <ac:spMk id="6" creationId="{887FE4BB-8881-56A7-5149-06DDCD29F7C2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5.949" v="550" actId="20577"/>
          <ac:spMkLst>
            <pc:docMk/>
            <pc:sldMk cId="2621555866" sldId="273"/>
            <ac:spMk id="7" creationId="{0A6FA11D-78D8-DC7D-BD94-BD8DB39803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36.714" v="548" actId="20577"/>
          <ac:spMkLst>
            <pc:docMk/>
            <pc:sldMk cId="2621555866" sldId="273"/>
            <ac:spMk id="8" creationId="{C26B0FF5-C942-53F4-81D0-ECA7CF5CFEA5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7:31.671" v="555" actId="20577"/>
          <ac:spMkLst>
            <pc:docMk/>
            <pc:sldMk cId="2621555866" sldId="273"/>
            <ac:spMk id="9" creationId="{9B7DF52D-74D5-4B8B-8033-1F303B3FCE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8.621" v="551" actId="20577"/>
          <ac:spMkLst>
            <pc:docMk/>
            <pc:sldMk cId="2621555866" sldId="273"/>
            <ac:spMk id="10" creationId="{A3EB5CB6-2E9E-4FF6-792D-C9D62D7971C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9:27.424" v="567" actId="20577"/>
          <ac:spMkLst>
            <pc:docMk/>
            <pc:sldMk cId="2621555866" sldId="273"/>
            <ac:spMk id="11" creationId="{7EAA046F-CCFC-8E68-43E7-A7D85AD7BC58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8:11.094" v="565" actId="20577"/>
          <ac:spMkLst>
            <pc:docMk/>
            <pc:sldMk cId="2621555866" sldId="273"/>
            <ac:spMk id="12" creationId="{FFEA6479-F5C6-DC83-C419-5E3C9FEB1A52}"/>
          </ac:spMkLst>
        </pc:spChg>
      </pc:sldChg>
      <pc:sldChg chg="delSp modSp add replId">
        <pc:chgData name="ALAFARGA PAYÁ, NOELIA" userId="S::noealapay@alu.edu.gva.es::0f7d828b-fef2-45dd-aa63-66f36ab4b478" providerId="AD" clId="Web-{CCAF2DCE-D221-BC89-A846-1A0F8FE7964D}" dt="2026-01-19T15:05:01.460" v="660"/>
        <pc:sldMkLst>
          <pc:docMk/>
          <pc:sldMk cId="1148993387" sldId="274"/>
        </pc:sldMkLst>
        <pc:spChg chg="mod">
          <ac:chgData name="ALAFARGA PAYÁ, NOELIA" userId="S::noealapay@alu.edu.gva.es::0f7d828b-fef2-45dd-aa63-66f36ab4b478" providerId="AD" clId="Web-{CCAF2DCE-D221-BC89-A846-1A0F8FE7964D}" dt="2026-01-19T15:00:29.237" v="595" actId="20577"/>
          <ac:spMkLst>
            <pc:docMk/>
            <pc:sldMk cId="1148993387" sldId="274"/>
            <ac:spMk id="3" creationId="{AA7A5CFD-B711-418C-7B5E-3DF16DC8EFED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25.284" v="592" actId="20577"/>
          <ac:spMkLst>
            <pc:docMk/>
            <pc:sldMk cId="1148993387" sldId="274"/>
            <ac:spMk id="4" creationId="{A1F8A4DE-7EB0-7760-580B-020519E92F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1:05.238" v="614" actId="20577"/>
          <ac:spMkLst>
            <pc:docMk/>
            <pc:sldMk cId="1148993387" sldId="274"/>
            <ac:spMk id="5" creationId="{7E41EEF8-1136-BFA2-785C-50C47591D6B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44.566" v="596" actId="20577"/>
          <ac:spMkLst>
            <pc:docMk/>
            <pc:sldMk cId="1148993387" sldId="274"/>
            <ac:spMk id="6" creationId="{ECD1D570-2EBA-6AEA-AF19-4EF8CC164EE0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8.755" v="645" actId="1076"/>
          <ac:spMkLst>
            <pc:docMk/>
            <pc:sldMk cId="1148993387" sldId="274"/>
            <ac:spMk id="7" creationId="{903026B7-B4FD-BCC7-3C21-A22A5488FBE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5.208" v="644" actId="14100"/>
          <ac:spMkLst>
            <pc:docMk/>
            <pc:sldMk cId="1148993387" sldId="274"/>
            <ac:spMk id="8" creationId="{2DD26873-4D13-3749-E74E-7EBD4CF3C46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5.787" v="655" actId="20577"/>
          <ac:spMkLst>
            <pc:docMk/>
            <pc:sldMk cId="1148993387" sldId="274"/>
            <ac:spMk id="9" creationId="{5E5E714A-49D7-67CB-8FC7-A35197ED82B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8.146" v="656" actId="1076"/>
          <ac:spMkLst>
            <pc:docMk/>
            <pc:sldMk cId="1148993387" sldId="274"/>
            <ac:spMk id="10" creationId="{01EDDB2D-ED62-1073-96C0-CF2D85FC559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5:04:58.585" v="659"/>
          <ac:spMkLst>
            <pc:docMk/>
            <pc:sldMk cId="1148993387" sldId="274"/>
            <ac:spMk id="11" creationId="{84F7B2AC-BE91-54B2-32AA-CEE1B88C22C3}"/>
          </ac:spMkLst>
        </pc:spChg>
        <pc:spChg chg="del mod">
          <ac:chgData name="ALAFARGA PAYÁ, NOELIA" userId="S::noealapay@alu.edu.gva.es::0f7d828b-fef2-45dd-aa63-66f36ab4b478" providerId="AD" clId="Web-{CCAF2DCE-D221-BC89-A846-1A0F8FE7964D}" dt="2026-01-19T15:05:01.460" v="660"/>
          <ac:spMkLst>
            <pc:docMk/>
            <pc:sldMk cId="1148993387" sldId="274"/>
            <ac:spMk id="12" creationId="{AA8B9572-A57A-23E4-3CC9-629DF835FB20}"/>
          </ac:spMkLst>
        </pc:spChg>
      </pc:sldChg>
    </pc:docChg>
  </pc:docChgLst>
</pc:chgInfo>
</file>

<file path=ppt/comments/modernComment_106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BE4F5C2-91B9-4C2D-A6EF-65C77388F898}" authorId="{5F3F0CCC-7EF3-2BCE-E966-01205DB42111}" created="2026-01-20T17:16:30.127">
    <pc:sldMkLst xmlns:pc="http://schemas.microsoft.com/office/powerpoint/2013/main/command">
      <pc:docMk/>
      <pc:sldMk cId="0" sldId="262"/>
    </pc:sldMkLst>
    <p188:txBody>
      <a:bodyPr/>
      <a:lstStyle/>
      <a:p>
        <a:r>
          <a:rPr lang="es-ES"/>
          <a:t>Transformando ideas en soluciones mediante desarrollo de software.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1078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2F2D4-9366-1C74-33C9-E32A48EB2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73797F-D743-6235-DE71-D3AE263FC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3121B3-5811-CD7C-E47F-AB295CEFD2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DAC86-8F44-2411-1971-ADFE57E9B8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0421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4544B-5A51-F256-09AE-E87CC4C3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37AB0F-A4E0-8707-2E97-35E050A80F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E4347B-878B-D33C-156F-7F7A26CA80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DAFC0A-BD98-6C68-EEAB-D1197BAF90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7577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E08D-F5BB-F5F5-5043-90A2DD84B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6D149-154C-1073-C059-9AF55131F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AEF00-F52D-BA18-F2A8-83E36B6B0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B76F4-1F48-CA43-75F3-89C84DCAA5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8445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D98CC-DC4D-19CE-0576-6F0353BA3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127358-1D5F-96B5-749F-E88371B0BD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A4BDEC-CA29-44F5-C21C-AF08466FE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DD94E4-A039-320A-5FA7-82DC65549A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6196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77286-01AD-539A-B83B-5C1D35D46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A2263D-1141-2FCA-7B84-C51112256B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FF067E-20FC-BDE7-0BCD-F5A87BFE0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4047A-C867-1771-6AE5-9E72549A69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0129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BF977-46D1-BE9E-068E-596CE5F10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EEED47-17B3-5714-0218-74653771F3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7C08B5-C6B3-A6AA-60D2-F342133143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712DA-F872-3CA7-3622-8138BF70D6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7749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C64BF-8A2B-D30C-87AA-E0A64C105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AAD8E3-378F-069A-D0C5-705461247D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7F1E32-6C40-5AFA-ECCA-DD3F22ABB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B0B7C5-9682-7F5A-9B31-89CC4B4695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3834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EA373-076C-F56D-DA6C-3CDE5B34B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3EDFAE-E221-2104-B6F2-734B562CF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2BCDB-FA90-CCBC-1E4D-C9A82CE4F2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7D7FFD-A66B-9D75-3897-6DC2D37CE0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9475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0DDE-789F-ACC8-BD87-A4B3DF4F1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5CF5CF-84A5-FB1C-C7A8-E5A566ACA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3B6109-9207-876B-13A7-5CE9F225D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58FDC9-A080-58B5-AE3E-E780FA293F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8229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77D8A-4515-7A1C-E233-49D7B0229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18F3EE-B1B1-9D10-FDE1-51D06E3511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188A2E-079C-0F9B-AB35-0FC0DD9B36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CA8899-3C96-54EF-ECE4-BB660869B7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6393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B70AA-31C0-2A74-02DD-E6091AFEE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96888E-7736-D187-F0FB-1B4F3B71E0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3ED4B8-7A37-7695-8721-D671DF7516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DAC25F-5A12-3AF1-DF2F-0432D35316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2866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6635C-FC51-B500-C668-E532B8E4B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5B6346-5148-8FAF-9FE9-91BA360D0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1BB4BE-2204-8CBF-9534-B331FC9E40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42142C-9E47-50BA-1AC2-DD20C42A82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9258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A2CD0-FA2C-CCBE-6C15-6A1F6B93E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B2C142-0179-91FC-D424-7E7ACD48B2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EE66D-7B6D-E8ED-C39B-950E755D22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0411E3-7A3D-7CF5-11DC-E810CCB584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97275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CDE96-6819-E298-2762-B41C6C01A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18B733-4CFD-5243-ADC7-35A0858FED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D09978-E9BD-90F0-37E4-A800FD34C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CFEFD6-8372-AC27-01BF-5721C69250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01413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4E3E0-8EDE-3B66-F708-8F3F14433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2C25FF-8D48-7977-8049-27BC732101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6F24C8-94D9-9CE1-17E0-299760854C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83C7BD-B03F-6DA5-F307-6591BC87C7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62362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A1171-BCBB-A14B-F13A-37298716C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55C277-DEC6-9659-D4C6-5F1165BB9A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A368F7-E161-A91F-DA65-0C15B3EC89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408CB-4AED-DD4D-26BB-26F6477844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29907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B7261-D6DC-303E-DD20-DC7A3C016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2833F4-799B-24C6-FE52-305B5658E5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C0CEE7-0482-BB99-0400-01A2F93F28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6401E7-7DAF-3C62-A5E3-AAA25B34ED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20456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B9AC8-364E-545A-8B62-466AF8585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36761-A636-277B-E55D-D9981BE4DD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C05F8C-19C2-8289-D114-E8849EB1D4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F730E-4248-87C9-C13F-BCBA8D54A9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0220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8BBB9-2821-C2EB-F4EC-6EEBF3DF5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D3EF83-6E6C-EB8B-B950-3A66EAE71C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81DCD5-576C-E831-19C8-C0AD3B390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30421-389F-BF83-C4CF-D54B8A820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8745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jpg"/><Relationship Id="rId3" Type="http://schemas.openxmlformats.org/officeDocument/2006/relationships/hyperlink" Target="https://es.linkedin.com/in/david-corredor-miguel-7b057624a" TargetMode="External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hyperlink" Target="https://github.com/DavidCorredorMiguel?tab=repositories" TargetMode="External"/><Relationship Id="rId9" Type="http://schemas.openxmlformats.org/officeDocument/2006/relationships/image" Target="../media/image11.png"/><Relationship Id="rId14" Type="http://schemas.openxmlformats.org/officeDocument/2006/relationships/image" Target="../media/image16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17.png"/><Relationship Id="rId3" Type="http://schemas.microsoft.com/office/2018/10/relationships/comments" Target="../comments/modernComment_106_0.xml"/><Relationship Id="rId7" Type="http://schemas.openxmlformats.org/officeDocument/2006/relationships/image" Target="../media/image20.png"/><Relationship Id="rId12" Type="http://schemas.openxmlformats.org/officeDocument/2006/relationships/image" Target="../media/image2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16.jpeg"/><Relationship Id="rId5" Type="http://schemas.openxmlformats.org/officeDocument/2006/relationships/hyperlink" Target="https://github.com/moimenta84?tab=repositories" TargetMode="External"/><Relationship Id="rId10" Type="http://schemas.openxmlformats.org/officeDocument/2006/relationships/image" Target="../media/image23.png"/><Relationship Id="rId4" Type="http://schemas.openxmlformats.org/officeDocument/2006/relationships/hyperlink" Target="https://es.linkedin.com/in/iker-martinez-dev/" TargetMode="External"/><Relationship Id="rId9" Type="http://schemas.openxmlformats.org/officeDocument/2006/relationships/image" Target="../media/image22.png"/><Relationship Id="rId1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hyperlink" Target="https://github.com/ivangc1?tab=repositories" TargetMode="External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6.jpeg"/><Relationship Id="rId5" Type="http://schemas.openxmlformats.org/officeDocument/2006/relationships/image" Target="../media/image8.png"/><Relationship Id="rId10" Type="http://schemas.openxmlformats.org/officeDocument/2006/relationships/hyperlink" Target="https://es.linkedin.com/in/noelia-alafarga-backend" TargetMode="External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s.linkedin.com/in/noelia-alafarga-backend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5" Type="http://schemas.openxmlformats.org/officeDocument/2006/relationships/image" Target="../media/image25.jpeg"/><Relationship Id="rId4" Type="http://schemas.openxmlformats.org/officeDocument/2006/relationships/hyperlink" Target="https://github.com/noelianikolatesla?tab=repositories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1289" y="205509"/>
            <a:ext cx="14167821" cy="10556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4000" u="sng" noProof="0" dirty="0" err="1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Tech</a:t>
            </a:r>
            <a:r>
              <a:rPr lang="es-ES" sz="4000" u="sng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u="sng" noProof="0" dirty="0">
                <a:solidFill>
                  <a:srgbClr val="154D7F"/>
                </a:solidFill>
                <a:latin typeface="Sora Medium" pitchFamily="34" charset="0"/>
                <a:cs typeface="Sora Medium" pitchFamily="34" charset="-120"/>
              </a:rPr>
              <a:t>&amp;</a:t>
            </a:r>
            <a:r>
              <a:rPr lang="es-ES" sz="4000" u="sng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u="sng" noProof="0" dirty="0">
                <a:solidFill>
                  <a:srgbClr val="FFC000"/>
                </a:solidFill>
                <a:latin typeface="Sora Medium" pitchFamily="34" charset="0"/>
                <a:cs typeface="Sora Medium" pitchFamily="34" charset="-120"/>
              </a:rPr>
              <a:t>Learn</a:t>
            </a:r>
            <a:r>
              <a:rPr lang="es-ES" sz="4000" b="1" u="sng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: Innovación y Aprendizaje en E-commerce</a:t>
            </a:r>
            <a:endParaRPr lang="es-ES" sz="4000" b="1" u="sng" noProof="0" dirty="0">
              <a:solidFill>
                <a:schemeClr val="bg1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8218842" y="2216075"/>
            <a:ext cx="4570831" cy="756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s-ES" sz="3200" b="1" noProof="0" dirty="0">
              <a:solidFill>
                <a:schemeClr val="bg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508452" y="3305917"/>
            <a:ext cx="6013524" cy="26889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s-ES" sz="2800" noProof="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4E09FAE-E5E9-F671-6062-D0D5F1C96436}"/>
              </a:ext>
            </a:extLst>
          </p:cNvPr>
          <p:cNvSpPr/>
          <p:nvPr/>
        </p:nvSpPr>
        <p:spPr>
          <a:xfrm>
            <a:off x="0" y="3618169"/>
            <a:ext cx="5263376" cy="1860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400" b="1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Desarrollo Front-End React</a:t>
            </a:r>
          </a:p>
          <a:p>
            <a:pPr marL="0" indent="0" algn="ctr">
              <a:buNone/>
            </a:pPr>
            <a:r>
              <a:rPr lang="es-ES" sz="2400" b="1" noProof="0" dirty="0">
                <a:solidFill>
                  <a:schemeClr val="bg1"/>
                </a:solidFill>
                <a:latin typeface="Sora Medium" pitchFamily="34" charset="0"/>
                <a:cs typeface="Sora Medium" pitchFamily="34" charset="-120"/>
              </a:rPr>
              <a:t>Fundación Adecco</a:t>
            </a:r>
            <a:endParaRPr lang="es-ES" sz="2400" b="1" noProof="0" dirty="0">
              <a:solidFill>
                <a:schemeClr val="bg1"/>
              </a:solidFill>
            </a:endParaRPr>
          </a:p>
        </p:txBody>
      </p:sp>
      <p:pic>
        <p:nvPicPr>
          <p:cNvPr id="8" name="Imagen 7" descr="Forma&#10;&#10;El contenido generado por IA puede ser incorrecto.">
            <a:extLst>
              <a:ext uri="{FF2B5EF4-FFF2-40B4-BE49-F238E27FC236}">
                <a16:creationId xmlns:a16="http://schemas.microsoft.com/office/drawing/2014/main" id="{48C22998-9A5B-14CE-C219-E2DB9BC8F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422" y="5036833"/>
            <a:ext cx="3192876" cy="2987258"/>
          </a:xfrm>
          <a:prstGeom prst="rect">
            <a:avLst/>
          </a:prstGeom>
        </p:spPr>
      </p:pic>
      <p:pic>
        <p:nvPicPr>
          <p:cNvPr id="16" name="Imagen 15" descr="Texto&#10;&#10;El contenido generado por IA puede ser incorrecto.">
            <a:extLst>
              <a:ext uri="{FF2B5EF4-FFF2-40B4-BE49-F238E27FC236}">
                <a16:creationId xmlns:a16="http://schemas.microsoft.com/office/drawing/2014/main" id="{543772AF-A6CB-23F5-5B10-93E935D572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2806" y="4624754"/>
            <a:ext cx="5458384" cy="3578424"/>
          </a:xfrm>
          <a:prstGeom prst="rect">
            <a:avLst/>
          </a:prstGeom>
        </p:spPr>
      </p:pic>
      <p:pic>
        <p:nvPicPr>
          <p:cNvPr id="17" name="Image 0" descr="preencoded.png">
            <a:extLst>
              <a:ext uri="{FF2B5EF4-FFF2-40B4-BE49-F238E27FC236}">
                <a16:creationId xmlns:a16="http://schemas.microsoft.com/office/drawing/2014/main" id="{76EAE348-3DDD-EE8A-0A6E-D994A4078D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0602" y="368157"/>
            <a:ext cx="5389194" cy="538919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114984" y="766524"/>
            <a:ext cx="453651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550" b="1" u="sng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Índice</a:t>
            </a:r>
            <a:endParaRPr lang="es-ES" sz="3550" b="1" u="sng" noProof="0" dirty="0">
              <a:solidFill>
                <a:schemeClr val="bg1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7303770" y="1862852"/>
            <a:ext cx="22860" cy="56641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6" name="Shape 4"/>
          <p:cNvSpPr/>
          <p:nvPr/>
        </p:nvSpPr>
        <p:spPr>
          <a:xfrm>
            <a:off x="6975158" y="2055495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1998881"/>
            <a:ext cx="136088" cy="1360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412921" y="1925122"/>
            <a:ext cx="4176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1750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s-ES" sz="1750" noProof="0" dirty="0">
              <a:solidFill>
                <a:schemeClr val="bg1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7292340" y="307157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014960"/>
            <a:ext cx="136088" cy="1360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41005" y="2941201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Descripción y Boceto del Proyecto</a:t>
            </a:r>
            <a:endParaRPr lang="es-ES" sz="1750" noProof="0" dirty="0">
              <a:solidFill>
                <a:schemeClr val="bg1"/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6975158" y="3973592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916978"/>
            <a:ext cx="136088" cy="1360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595330" y="3843218"/>
            <a:ext cx="2994065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1750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</a:t>
            </a:r>
            <a:endParaRPr lang="es-ES" sz="1750" noProof="0" dirty="0">
              <a:solidFill>
                <a:schemeClr val="bg1"/>
              </a:solidFill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292340" y="4875728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4819114"/>
            <a:ext cx="136088" cy="13608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41005" y="4745355"/>
            <a:ext cx="3028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Diseño UX/UI: Flujos Clave</a:t>
            </a:r>
            <a:endParaRPr lang="es-ES" sz="1750" noProof="0" dirty="0">
              <a:solidFill>
                <a:schemeClr val="bg1"/>
              </a:solidFill>
            </a:endParaRPr>
          </a:p>
        </p:txBody>
      </p:sp>
      <p:sp>
        <p:nvSpPr>
          <p:cNvPr id="18" name="Text 12"/>
          <p:cNvSpPr/>
          <p:nvPr/>
        </p:nvSpPr>
        <p:spPr>
          <a:xfrm>
            <a:off x="8041005" y="511587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Home (Inicio)</a:t>
            </a:r>
            <a:endParaRPr lang="es-ES" sz="1400" b="1" noProof="0" dirty="0"/>
          </a:p>
        </p:txBody>
      </p:sp>
      <p:sp>
        <p:nvSpPr>
          <p:cNvPr id="19" name="Text 13"/>
          <p:cNvSpPr/>
          <p:nvPr/>
        </p:nvSpPr>
        <p:spPr>
          <a:xfrm>
            <a:off x="8041005" y="5427821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Login (Iniciar Sesión) y Registro</a:t>
            </a:r>
            <a:endParaRPr lang="es-ES" sz="1400" b="1" noProof="0" dirty="0"/>
          </a:p>
        </p:txBody>
      </p:sp>
      <p:sp>
        <p:nvSpPr>
          <p:cNvPr id="20" name="Text 14"/>
          <p:cNvSpPr/>
          <p:nvPr/>
        </p:nvSpPr>
        <p:spPr>
          <a:xfrm>
            <a:off x="8041005" y="5739765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y Detalles</a:t>
            </a:r>
            <a:endParaRPr lang="es-ES" sz="1400" b="1" noProof="0" dirty="0"/>
          </a:p>
        </p:txBody>
      </p:sp>
      <p:sp>
        <p:nvSpPr>
          <p:cNvPr id="21" name="Text 15"/>
          <p:cNvSpPr/>
          <p:nvPr/>
        </p:nvSpPr>
        <p:spPr>
          <a:xfrm>
            <a:off x="8041005" y="6051709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Productos Favoritos</a:t>
            </a:r>
            <a:endParaRPr lang="es-ES" sz="1400" b="1" noProof="0" dirty="0"/>
          </a:p>
        </p:txBody>
      </p:sp>
      <p:sp>
        <p:nvSpPr>
          <p:cNvPr id="22" name="Text 16"/>
          <p:cNvSpPr/>
          <p:nvPr/>
        </p:nvSpPr>
        <p:spPr>
          <a:xfrm>
            <a:off x="8041005" y="636365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Cesta y Proceso de Compra</a:t>
            </a:r>
          </a:p>
        </p:txBody>
      </p:sp>
      <p:sp>
        <p:nvSpPr>
          <p:cNvPr id="23" name="Shape 17"/>
          <p:cNvSpPr/>
          <p:nvPr/>
        </p:nvSpPr>
        <p:spPr>
          <a:xfrm>
            <a:off x="6975158" y="5991701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5935087"/>
            <a:ext cx="136088" cy="13608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62132" y="5861328"/>
            <a:ext cx="5727263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1750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Funcionalidades Avanzadas: Inteligencia Artificial</a:t>
            </a:r>
            <a:endParaRPr lang="es-ES" sz="1750" noProof="0" dirty="0">
              <a:solidFill>
                <a:schemeClr val="bg1"/>
              </a:solidFill>
            </a:endParaRPr>
          </a:p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9BDB0973-D89D-1FD3-5432-EC1E681113F2}"/>
              </a:ext>
            </a:extLst>
          </p:cNvPr>
          <p:cNvSpPr/>
          <p:nvPr/>
        </p:nvSpPr>
        <p:spPr>
          <a:xfrm>
            <a:off x="8041005" y="666845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FontTx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</a:t>
            </a:r>
            <a:endParaRPr lang="es-ES" sz="1400" b="1" noProof="0" dirty="0"/>
          </a:p>
        </p:txBody>
      </p:sp>
      <p:sp>
        <p:nvSpPr>
          <p:cNvPr id="2" name="Text 16">
            <a:extLst>
              <a:ext uri="{FF2B5EF4-FFF2-40B4-BE49-F238E27FC236}">
                <a16:creationId xmlns:a16="http://schemas.microsoft.com/office/drawing/2014/main" id="{D84BC288-7FD7-196D-73E8-AE319E6521C4}"/>
              </a:ext>
            </a:extLst>
          </p:cNvPr>
          <p:cNvSpPr/>
          <p:nvPr/>
        </p:nvSpPr>
        <p:spPr>
          <a:xfrm>
            <a:off x="8041004" y="697375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Char char="•"/>
            </a:pPr>
            <a:r>
              <a:rPr lang="es-ES" sz="1400" b="1" noProof="0" dirty="0" err="1">
                <a:solidFill>
                  <a:srgbClr val="E0D6DE"/>
                </a:solidFill>
                <a:latin typeface="Noto Sans TC"/>
                <a:ea typeface="Noto Sans TC"/>
              </a:rPr>
              <a:t>Chatbot</a:t>
            </a:r>
            <a:r>
              <a:rPr lang="es-ES" sz="1400" b="1" noProof="0" dirty="0">
                <a:solidFill>
                  <a:srgbClr val="E0D6DE"/>
                </a:solidFill>
                <a:latin typeface="Noto Sans TC"/>
                <a:ea typeface="Noto Sans TC"/>
              </a:rPr>
              <a:t> IA</a:t>
            </a:r>
            <a:endParaRPr lang="es-ES" sz="1400" b="1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89" y="404000"/>
            <a:ext cx="1279522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dirty="0">
                <a:solidFill>
                  <a:srgbClr val="0BABB6"/>
                </a:solidFill>
              </a:rPr>
              <a:t>Stack Técnico</a:t>
            </a:r>
          </a:p>
        </p:txBody>
      </p:sp>
      <p:sp>
        <p:nvSpPr>
          <p:cNvPr id="5" name="Text 3"/>
          <p:cNvSpPr/>
          <p:nvPr/>
        </p:nvSpPr>
        <p:spPr>
          <a:xfrm>
            <a:off x="516354" y="1004194"/>
            <a:ext cx="5733839" cy="5130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David Corredor Miguel</a:t>
            </a:r>
            <a:endParaRPr lang="es-ES" sz="2800" noProof="0" dirty="0"/>
          </a:p>
        </p:txBody>
      </p:sp>
      <p:sp>
        <p:nvSpPr>
          <p:cNvPr id="6" name="Text 4"/>
          <p:cNvSpPr/>
          <p:nvPr/>
        </p:nvSpPr>
        <p:spPr>
          <a:xfrm>
            <a:off x="516354" y="1744047"/>
            <a:ext cx="6244709" cy="647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516354" y="2311023"/>
            <a:ext cx="6244709" cy="647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2800" noProof="0" dirty="0"/>
          </a:p>
        </p:txBody>
      </p:sp>
      <p:sp>
        <p:nvSpPr>
          <p:cNvPr id="9" name="Text 6"/>
          <p:cNvSpPr/>
          <p:nvPr/>
        </p:nvSpPr>
        <p:spPr>
          <a:xfrm>
            <a:off x="8639889" y="1279200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0" name="Text 7"/>
          <p:cNvSpPr/>
          <p:nvPr/>
        </p:nvSpPr>
        <p:spPr>
          <a:xfrm>
            <a:off x="6809591" y="1876734"/>
            <a:ext cx="7643203" cy="30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Specialisterne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Certificado de Testing y Python (2025)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F.P. Juan XXIII (Alcorcón):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Doble Grado Superior: Desarrollo Aplicaciones Web (2021 - 2023) y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Desarrollo Aplicaciones Multiplataforma (2023 - 2024)</a:t>
            </a: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2825" y="6420521"/>
            <a:ext cx="1461908" cy="1169404"/>
          </a:xfrm>
          <a:prstGeom prst="rect">
            <a:avLst/>
          </a:prstGeom>
        </p:spPr>
      </p:pic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75288" y="6420522"/>
            <a:ext cx="1461908" cy="1169404"/>
          </a:xfrm>
          <a:prstGeom prst="rect">
            <a:avLst/>
          </a:prstGeom>
        </p:spPr>
      </p:pic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3385" y="6165517"/>
            <a:ext cx="1793297" cy="1434487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5488" y="6420522"/>
            <a:ext cx="2209590" cy="1169403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0789" y="6443581"/>
            <a:ext cx="2317169" cy="1169403"/>
          </a:xfrm>
          <a:prstGeom prst="rect">
            <a:avLst/>
          </a:prstGeom>
        </p:spPr>
      </p:pic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49964" y="6443581"/>
            <a:ext cx="1597725" cy="1169403"/>
          </a:xfrm>
          <a:prstGeom prst="rect">
            <a:avLst/>
          </a:prstGeom>
        </p:spPr>
      </p:pic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70976" y="6443580"/>
            <a:ext cx="1461908" cy="1169404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986616" y="6443580"/>
            <a:ext cx="1461908" cy="1169404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74C305A-4B5D-B718-95EE-84B1D0DDE7D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83210" y="1777265"/>
            <a:ext cx="2839738" cy="3916879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CD74DF8-C71C-98C0-27EF-DF8D9907FC0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  <p:pic>
        <p:nvPicPr>
          <p:cNvPr id="2" name="Imagen 1" descr="Logotipo&#10;&#10;El contenido generado por IA puede ser incorrecto.">
            <a:extLst>
              <a:ext uri="{FF2B5EF4-FFF2-40B4-BE49-F238E27FC236}">
                <a16:creationId xmlns:a16="http://schemas.microsoft.com/office/drawing/2014/main" id="{C882EDF4-09DF-EB00-5D8F-48DEC3C0EF4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56359" y="4347015"/>
            <a:ext cx="4622498" cy="1273532"/>
          </a:xfrm>
          <a:prstGeom prst="rect">
            <a:avLst/>
          </a:prstGeom>
        </p:spPr>
      </p:pic>
      <p:pic>
        <p:nvPicPr>
          <p:cNvPr id="8" name="Imagen 7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8E4BBC55-045C-D321-4567-E6C0645B686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69374" y="4130745"/>
            <a:ext cx="3057187" cy="15064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9259" y="351664"/>
            <a:ext cx="13304016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dirty="0">
                <a:solidFill>
                  <a:srgbClr val="0BABB6"/>
                </a:solidFill>
              </a:rPr>
              <a:t>Stack Técnico</a:t>
            </a:r>
            <a:endParaRPr lang="es-ES" sz="3550" noProof="0" dirty="0">
              <a:solidFill>
                <a:srgbClr val="0BABB6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55787" y="891467"/>
            <a:ext cx="4844552" cy="89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noProof="0" dirty="0">
                <a:solidFill>
                  <a:srgbClr val="00B0F0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Iker Martínez Velasco</a:t>
            </a:r>
          </a:p>
          <a:p>
            <a:r>
              <a:rPr lang="es-ES" dirty="0">
                <a:solidFill>
                  <a:srgbClr val="00B0F0"/>
                </a:solidFill>
              </a:rPr>
              <a:t>Full Stack Developer </a:t>
            </a:r>
          </a:p>
          <a:p>
            <a:endParaRPr lang="es-ES" noProof="0" dirty="0">
              <a:solidFill>
                <a:srgbClr val="00B0F0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  <a:p>
            <a:endParaRPr lang="es-ES" noProof="0" dirty="0">
              <a:solidFill>
                <a:srgbClr val="00B0F0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  <a:p>
            <a:pPr marL="0" indent="0" algn="l">
              <a:buNone/>
            </a:pPr>
            <a:endParaRPr lang="es-ES" sz="2800" noProof="0" dirty="0">
              <a:solidFill>
                <a:srgbClr val="00B0F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91067" y="2042261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1750" noProof="0" dirty="0"/>
          </a:p>
        </p:txBody>
      </p:sp>
      <p:sp>
        <p:nvSpPr>
          <p:cNvPr id="7" name="Text 5"/>
          <p:cNvSpPr/>
          <p:nvPr/>
        </p:nvSpPr>
        <p:spPr>
          <a:xfrm>
            <a:off x="491066" y="2352806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1750" noProof="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248" y="6302821"/>
            <a:ext cx="1872391" cy="1372910"/>
          </a:xfrm>
          <a:prstGeom prst="rect">
            <a:avLst/>
          </a:prstGeom>
        </p:spPr>
      </p:pic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01358" y="6302821"/>
            <a:ext cx="1872391" cy="1372910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58905" y="6048180"/>
            <a:ext cx="2232869" cy="1637227"/>
          </a:xfrm>
          <a:prstGeom prst="rect">
            <a:avLst/>
          </a:prstGeom>
        </p:spPr>
      </p:pic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29812" y="6231492"/>
            <a:ext cx="2617414" cy="1372910"/>
          </a:xfrm>
          <a:prstGeom prst="rect">
            <a:avLst/>
          </a:prstGeom>
        </p:spPr>
      </p:pic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965237" y="6180339"/>
            <a:ext cx="2724334" cy="1372910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E4DF6A2D-27F9-BD25-F540-08E9CB31831D}"/>
              </a:ext>
            </a:extLst>
          </p:cNvPr>
          <p:cNvSpPr/>
          <p:nvPr/>
        </p:nvSpPr>
        <p:spPr>
          <a:xfrm>
            <a:off x="5273055" y="2148201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5F3598F5-6457-05A4-0DB5-18C04AC2803A}"/>
              </a:ext>
            </a:extLst>
          </p:cNvPr>
          <p:cNvSpPr/>
          <p:nvPr/>
        </p:nvSpPr>
        <p:spPr>
          <a:xfrm>
            <a:off x="6282466" y="2171355"/>
            <a:ext cx="8170328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</a:t>
            </a: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Alicante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): 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Superior en Desarrollo de Aplicaciones Web (</a:t>
            </a:r>
            <a:r>
              <a:rPr lang="es-ES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En curso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)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s-ES" sz="2400" dirty="0">
                <a:solidFill>
                  <a:schemeClr val="bg1"/>
                </a:solidFill>
              </a:rPr>
              <a:t> </a:t>
            </a:r>
            <a:r>
              <a:rPr lang="es-ES" sz="2400" b="1" dirty="0">
                <a:solidFill>
                  <a:schemeClr val="bg1"/>
                </a:solidFill>
              </a:rPr>
              <a:t>En búsqueda activa de prácticas formativas (DAW) </a:t>
            </a:r>
            <a:endParaRPr lang="es-ES" sz="2400" b="1" noProof="0" dirty="0">
              <a:solidFill>
                <a:schemeClr val="bg1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DCAD513-B475-0789-0220-567D0CB79E2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5583" y="6180339"/>
            <a:ext cx="2257425" cy="1742029"/>
          </a:xfrm>
          <a:prstGeom prst="rect">
            <a:avLst/>
          </a:prstGeom>
        </p:spPr>
      </p:pic>
      <p:pic>
        <p:nvPicPr>
          <p:cNvPr id="11" name="Imagen 10" descr="Un hombre sonriendo&#10;&#10;El contenido generado por IA puede ser incorrecto.">
            <a:extLst>
              <a:ext uri="{FF2B5EF4-FFF2-40B4-BE49-F238E27FC236}">
                <a16:creationId xmlns:a16="http://schemas.microsoft.com/office/drawing/2014/main" id="{9098A1EC-5D21-3277-6F67-0E357D8F4AF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270038" y="2223713"/>
            <a:ext cx="3684978" cy="3458413"/>
          </a:xfrm>
          <a:prstGeom prst="rect">
            <a:avLst/>
          </a:prstGeom>
        </p:spPr>
      </p:pic>
      <p:sp>
        <p:nvSpPr>
          <p:cNvPr id="30" name="Rectángulo 29">
            <a:extLst>
              <a:ext uri="{FF2B5EF4-FFF2-40B4-BE49-F238E27FC236}">
                <a16:creationId xmlns:a16="http://schemas.microsoft.com/office/drawing/2014/main" id="{15DC37D6-FBDE-3790-AA33-DB8AAF438A93}"/>
              </a:ext>
            </a:extLst>
          </p:cNvPr>
          <p:cNvSpPr/>
          <p:nvPr/>
        </p:nvSpPr>
        <p:spPr>
          <a:xfrm>
            <a:off x="-82473" y="-87923"/>
            <a:ext cx="14823831" cy="8405446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40" name="Imagen 39" descr="Logotipo&#10;&#10;El contenido generado por IA puede ser incorrecto.">
            <a:extLst>
              <a:ext uri="{FF2B5EF4-FFF2-40B4-BE49-F238E27FC236}">
                <a16:creationId xmlns:a16="http://schemas.microsoft.com/office/drawing/2014/main" id="{F05D5BEC-8A3C-4E8D-33BE-CA81875F6BA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60749" y="4906807"/>
            <a:ext cx="4622498" cy="1273532"/>
          </a:xfrm>
          <a:prstGeom prst="rect">
            <a:avLst/>
          </a:prstGeom>
        </p:spPr>
      </p:pic>
      <p:pic>
        <p:nvPicPr>
          <p:cNvPr id="49" name="Imagen 48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A1DA110E-8C99-E250-6BA2-BB918CEB3D3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373764" y="4957960"/>
            <a:ext cx="3057187" cy="1506455"/>
          </a:xfrm>
          <a:prstGeom prst="rect">
            <a:avLst/>
          </a:prstGeom>
        </p:spPr>
      </p:pic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38224" y="472559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35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s-ES" sz="3550" noProof="0" dirty="0"/>
          </a:p>
        </p:txBody>
      </p:sp>
      <p:sp>
        <p:nvSpPr>
          <p:cNvPr id="5" name="Text 3"/>
          <p:cNvSpPr/>
          <p:nvPr/>
        </p:nvSpPr>
        <p:spPr>
          <a:xfrm>
            <a:off x="638224" y="1606510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Ivan Goded Carrete</a:t>
            </a:r>
            <a:endParaRPr lang="es-ES" sz="2650" noProof="0" dirty="0"/>
          </a:p>
        </p:txBody>
      </p:sp>
      <p:sp>
        <p:nvSpPr>
          <p:cNvPr id="6" name="Text 4"/>
          <p:cNvSpPr/>
          <p:nvPr/>
        </p:nvSpPr>
        <p:spPr>
          <a:xfrm>
            <a:off x="638224" y="2841094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1750" noProof="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9565" y="5212752"/>
            <a:ext cx="1733263" cy="1386465"/>
          </a:xfrm>
          <a:prstGeom prst="rect">
            <a:avLst/>
          </a:prstGeom>
        </p:spPr>
      </p:pic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7262" y="5192014"/>
            <a:ext cx="1733263" cy="1386465"/>
          </a:xfrm>
          <a:prstGeom prst="rect">
            <a:avLst/>
          </a:prstGeom>
        </p:spPr>
      </p:pic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26771" y="4889283"/>
            <a:ext cx="2137642" cy="1709934"/>
          </a:xfrm>
          <a:prstGeom prst="rect">
            <a:avLst/>
          </a:prstGeom>
        </p:spPr>
      </p:pic>
      <p:sp>
        <p:nvSpPr>
          <p:cNvPr id="16" name="Text 6">
            <a:extLst>
              <a:ext uri="{FF2B5EF4-FFF2-40B4-BE49-F238E27FC236}">
                <a16:creationId xmlns:a16="http://schemas.microsoft.com/office/drawing/2014/main" id="{E705DCAA-15F0-36F9-2A3B-F7BD189F1C32}"/>
              </a:ext>
            </a:extLst>
          </p:cNvPr>
          <p:cNvSpPr/>
          <p:nvPr/>
        </p:nvSpPr>
        <p:spPr>
          <a:xfrm>
            <a:off x="8484323" y="865464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C020D31D-02F7-25A8-0C55-3BFE9E0C8C29}"/>
              </a:ext>
            </a:extLst>
          </p:cNvPr>
          <p:cNvSpPr/>
          <p:nvPr/>
        </p:nvSpPr>
        <p:spPr>
          <a:xfrm>
            <a:off x="6508376" y="1316066"/>
            <a:ext cx="7949901" cy="36539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Certi</a:t>
            </a: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cado de Profesionalidad en Seguridad Informática (2024 – 2025)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IES Tetuán de las Victorias: </a:t>
            </a:r>
          </a:p>
          <a:p>
            <a:pPr>
              <a:lnSpc>
                <a:spcPct val="150000"/>
              </a:lnSpc>
              <a:buSzPct val="100000"/>
            </a:pP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      Grado Superior en Desarrollo de Aplicaciones Web (2015 - 2017)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JR Otero: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Medio Sistemas Microinformáticos y Redes  (2010 – 2012)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SAP </a:t>
            </a:r>
            <a:r>
              <a:rPr lang="es-ES" sz="1750" b="1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Netweaver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ABAP  (Mar – Jun 2017)</a:t>
            </a:r>
          </a:p>
        </p:txBody>
      </p:sp>
      <p:pic>
        <p:nvPicPr>
          <p:cNvPr id="2" name="Image 4" descr="preencoded.png">
            <a:extLst>
              <a:ext uri="{FF2B5EF4-FFF2-40B4-BE49-F238E27FC236}">
                <a16:creationId xmlns:a16="http://schemas.microsoft.com/office/drawing/2014/main" id="{17BEC1F0-A51E-2F05-454C-C192FE5612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86653" y="5344149"/>
            <a:ext cx="2209590" cy="1169403"/>
          </a:xfrm>
          <a:prstGeom prst="rect">
            <a:avLst/>
          </a:prstGeom>
        </p:spPr>
      </p:pic>
      <p:pic>
        <p:nvPicPr>
          <p:cNvPr id="3" name="Image 7" descr="preencoded.png">
            <a:extLst>
              <a:ext uri="{FF2B5EF4-FFF2-40B4-BE49-F238E27FC236}">
                <a16:creationId xmlns:a16="http://schemas.microsoft.com/office/drawing/2014/main" id="{30748759-B339-0CB7-59E4-B780E45472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71043" y="6513552"/>
            <a:ext cx="1461908" cy="1169404"/>
          </a:xfrm>
          <a:prstGeom prst="rect">
            <a:avLst/>
          </a:prstGeom>
        </p:spPr>
      </p:pic>
      <p:pic>
        <p:nvPicPr>
          <p:cNvPr id="8" name="Image 5" descr="preencoded.png">
            <a:extLst>
              <a:ext uri="{FF2B5EF4-FFF2-40B4-BE49-F238E27FC236}">
                <a16:creationId xmlns:a16="http://schemas.microsoft.com/office/drawing/2014/main" id="{E90B547B-AAB1-F404-A333-7094542665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00726" y="6599217"/>
            <a:ext cx="2317169" cy="1169403"/>
          </a:xfrm>
          <a:prstGeom prst="rect">
            <a:avLst/>
          </a:prstGeom>
        </p:spPr>
      </p:pic>
      <p:sp>
        <p:nvSpPr>
          <p:cNvPr id="9" name="Text 4">
            <a:extLst>
              <a:ext uri="{FF2B5EF4-FFF2-40B4-BE49-F238E27FC236}">
                <a16:creationId xmlns:a16="http://schemas.microsoft.com/office/drawing/2014/main" id="{085DB037-2643-3753-2614-DDA1E42FEF90}"/>
              </a:ext>
            </a:extLst>
          </p:cNvPr>
          <p:cNvSpPr/>
          <p:nvPr/>
        </p:nvSpPr>
        <p:spPr>
          <a:xfrm>
            <a:off x="638223" y="2311649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 (cambiar enlace)</a:t>
            </a:r>
            <a:endParaRPr lang="es-ES" sz="1750" noProof="0" dirty="0">
              <a:latin typeface="Noto Sans TC"/>
              <a:ea typeface="Noto Sans TC"/>
              <a:hlinkClick r:id="rId10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DD530669-7176-7ADD-0622-7AEE964797D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0FC27-C219-DCD4-2E9D-316CEDF66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98DA62E-B373-B079-FC2B-11CC3D587DB6}"/>
              </a:ext>
            </a:extLst>
          </p:cNvPr>
          <p:cNvSpPr/>
          <p:nvPr/>
        </p:nvSpPr>
        <p:spPr>
          <a:xfrm>
            <a:off x="793790" y="437434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35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s-ES" sz="3550" noProof="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6F71887-1E18-70E9-367D-0BB9890E4B76}"/>
              </a:ext>
            </a:extLst>
          </p:cNvPr>
          <p:cNvSpPr/>
          <p:nvPr/>
        </p:nvSpPr>
        <p:spPr>
          <a:xfrm>
            <a:off x="735985" y="1294941"/>
            <a:ext cx="3678198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s-ES" sz="2650" noProof="0" dirty="0">
                <a:solidFill>
                  <a:srgbClr val="97B8FF"/>
                </a:solidFill>
                <a:latin typeface="Sora Medium"/>
                <a:cs typeface="Sora Medium"/>
              </a:rPr>
              <a:t>Noelia </a:t>
            </a:r>
            <a:r>
              <a:rPr lang="es-ES" sz="2650" noProof="0" dirty="0" err="1">
                <a:solidFill>
                  <a:srgbClr val="97B8FF"/>
                </a:solidFill>
                <a:latin typeface="Sora Medium"/>
                <a:cs typeface="Sora Medium"/>
              </a:rPr>
              <a:t>Alafarga</a:t>
            </a:r>
            <a:r>
              <a:rPr lang="es-ES" sz="2650" noProof="0" dirty="0">
                <a:solidFill>
                  <a:srgbClr val="97B8FF"/>
                </a:solidFill>
                <a:latin typeface="Sora Medium"/>
                <a:cs typeface="Sora Medium"/>
              </a:rPr>
              <a:t> Paya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F0689C2-FE47-3BDD-2873-00E5D7A1F4EC}"/>
              </a:ext>
            </a:extLst>
          </p:cNvPr>
          <p:cNvSpPr/>
          <p:nvPr/>
        </p:nvSpPr>
        <p:spPr>
          <a:xfrm>
            <a:off x="735985" y="1991665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1750" noProof="0" dirty="0">
              <a:latin typeface="Noto Sans TC"/>
              <a:ea typeface="Noto Sans TC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236587E-81F9-0D4A-F273-30823100F62B}"/>
              </a:ext>
            </a:extLst>
          </p:cNvPr>
          <p:cNvSpPr/>
          <p:nvPr/>
        </p:nvSpPr>
        <p:spPr>
          <a:xfrm>
            <a:off x="735985" y="2472143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1750" noProof="0" dirty="0">
              <a:latin typeface="Noto Sans TC"/>
              <a:ea typeface="Noto Sans TC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F4CE887-8E0B-74DE-C225-3467CF9F6AE1}"/>
              </a:ext>
            </a:extLst>
          </p:cNvPr>
          <p:cNvSpPr/>
          <p:nvPr/>
        </p:nvSpPr>
        <p:spPr>
          <a:xfrm>
            <a:off x="8582084" y="965974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4915F3ED-1F99-35B4-47B7-82F7306B39D9}"/>
              </a:ext>
            </a:extLst>
          </p:cNvPr>
          <p:cNvSpPr/>
          <p:nvPr/>
        </p:nvSpPr>
        <p:spPr>
          <a:xfrm>
            <a:off x="6852622" y="1416576"/>
            <a:ext cx="7542368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Especialización en Inteligencia Artificial y Big Data (2025 – actualidad)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Superior en Desarrollo de Aplicaciones Web (2023 – 2025)</a:t>
            </a:r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C605DB4C-7F52-D612-A7AD-54044C3374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2622" y="3847416"/>
            <a:ext cx="7657606" cy="4382184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E4DA1B2C-CC4D-609B-0EBE-4AA6159C6C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2073" y="1884611"/>
            <a:ext cx="3849786" cy="5403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477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143238"/>
            <a:ext cx="6936105" cy="6734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42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Descripción del Proyecto</a:t>
            </a:r>
            <a:endParaRPr lang="es-ES" sz="4200" noProof="0" dirty="0"/>
          </a:p>
        </p:txBody>
      </p:sp>
      <p:sp>
        <p:nvSpPr>
          <p:cNvPr id="5" name="Text 3"/>
          <p:cNvSpPr/>
          <p:nvPr/>
        </p:nvSpPr>
        <p:spPr>
          <a:xfrm>
            <a:off x="793790" y="2307908"/>
            <a:ext cx="8651424" cy="5233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4200" noProof="0" dirty="0" err="1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Tech</a:t>
            </a:r>
            <a:r>
              <a:rPr lang="es-ES" sz="42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200" noProof="0" dirty="0">
                <a:solidFill>
                  <a:srgbClr val="154D7F"/>
                </a:solidFill>
                <a:latin typeface="Sora Medium" pitchFamily="34" charset="0"/>
                <a:cs typeface="Sora Medium" pitchFamily="34" charset="-120"/>
              </a:rPr>
              <a:t>&amp;</a:t>
            </a:r>
            <a:r>
              <a:rPr lang="es-ES" sz="42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200" noProof="0" dirty="0">
                <a:solidFill>
                  <a:srgbClr val="FFC000"/>
                </a:solidFill>
                <a:latin typeface="Sora Medium" pitchFamily="34" charset="0"/>
                <a:cs typeface="Sora Medium" pitchFamily="34" charset="-120"/>
              </a:rPr>
              <a:t>Learn</a:t>
            </a:r>
            <a:r>
              <a:rPr lang="es-ES" sz="42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36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es una plataforma de e-</a:t>
            </a:r>
            <a:r>
              <a:rPr lang="es-ES" sz="36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commerce</a:t>
            </a:r>
            <a:r>
              <a:rPr lang="es-ES" sz="36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desarrollada en React. </a:t>
            </a:r>
          </a:p>
          <a:p>
            <a:endParaRPr lang="es-ES" sz="3600" noProof="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r>
              <a:rPr lang="es-ES" sz="36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aprendizaje. </a:t>
            </a:r>
          </a:p>
          <a:p>
            <a:endParaRPr lang="es-ES" sz="3600" noProof="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r>
              <a:rPr lang="es-ES" sz="36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Chatbot</a:t>
            </a:r>
            <a:r>
              <a:rPr lang="es-ES" sz="36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con IA.</a:t>
            </a:r>
          </a:p>
          <a:p>
            <a:endParaRPr lang="es-ES" sz="3600" noProof="0" dirty="0"/>
          </a:p>
          <a:p>
            <a:pPr marL="0" indent="0" algn="l">
              <a:buNone/>
            </a:pPr>
            <a:endParaRPr lang="es-ES" sz="3600" noProof="0" dirty="0"/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296A2B46-28BE-6B30-0EB6-9E81E704F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964" y="1420203"/>
            <a:ext cx="5389194" cy="53891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62439" y="5123931"/>
            <a:ext cx="586025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4450" b="1" noProof="0" dirty="0">
                <a:solidFill>
                  <a:srgbClr val="FF0000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Boceto</a:t>
            </a:r>
            <a:endParaRPr lang="es-ES" sz="4450" b="1" noProof="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748848"/>
            <a:ext cx="13115848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2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MVP: Producto Mínimo Viable</a:t>
            </a:r>
            <a:endParaRPr lang="es-ES" sz="3200" noProof="0" dirty="0"/>
          </a:p>
        </p:txBody>
      </p:sp>
      <p:sp>
        <p:nvSpPr>
          <p:cNvPr id="5" name="Text 3"/>
          <p:cNvSpPr/>
          <p:nvPr/>
        </p:nvSpPr>
        <p:spPr>
          <a:xfrm>
            <a:off x="365760" y="1581975"/>
            <a:ext cx="6508376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Funcionalidades Clave de Tienda</a:t>
            </a:r>
            <a:endParaRPr lang="es-ES" sz="2800" noProof="0" dirty="0"/>
          </a:p>
        </p:txBody>
      </p:sp>
      <p:sp>
        <p:nvSpPr>
          <p:cNvPr id="6" name="Text 4"/>
          <p:cNvSpPr>
            <a:spLocks/>
          </p:cNvSpPr>
          <p:nvPr/>
        </p:nvSpPr>
        <p:spPr>
          <a:xfrm>
            <a:off x="233038" y="2352849"/>
            <a:ext cx="6967009" cy="26323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Amplio catálogo de productos con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filtro avanzado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Carrito de compra intuitivo y proceso de </a:t>
            </a:r>
            <a:r>
              <a:rPr lang="es-ES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checkout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seguro.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Visualización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más vistos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la página principal.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Sugerencias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relacionados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sus detalles.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Sistema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paginación eficiente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para una navegación fluida.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Productos favoritos del usuario.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Visualización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en cuadricula o lista.</a:t>
            </a:r>
            <a:endParaRPr lang="es-ES" noProof="0" dirty="0"/>
          </a:p>
        </p:txBody>
      </p:sp>
      <p:sp>
        <p:nvSpPr>
          <p:cNvPr id="11" name="Text 9"/>
          <p:cNvSpPr/>
          <p:nvPr/>
        </p:nvSpPr>
        <p:spPr>
          <a:xfrm>
            <a:off x="8227281" y="5411777"/>
            <a:ext cx="6327815" cy="709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Tecnologías Utilizadas</a:t>
            </a:r>
            <a:endParaRPr lang="es-ES" sz="2800" noProof="0" dirty="0"/>
          </a:p>
        </p:txBody>
      </p:sp>
      <p:sp>
        <p:nvSpPr>
          <p:cNvPr id="12" name="Shape 10"/>
          <p:cNvSpPr/>
          <p:nvPr/>
        </p:nvSpPr>
        <p:spPr>
          <a:xfrm>
            <a:off x="8227281" y="6208436"/>
            <a:ext cx="6327815" cy="493991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3" name="Text 11"/>
          <p:cNvSpPr/>
          <p:nvPr/>
        </p:nvSpPr>
        <p:spPr>
          <a:xfrm>
            <a:off x="8385991" y="6367146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 err="1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Frontend</a:t>
            </a:r>
            <a:endParaRPr lang="es-ES" sz="1550" noProof="0" dirty="0"/>
          </a:p>
        </p:txBody>
      </p:sp>
      <p:sp>
        <p:nvSpPr>
          <p:cNvPr id="14" name="Text 12"/>
          <p:cNvSpPr/>
          <p:nvPr/>
        </p:nvSpPr>
        <p:spPr>
          <a:xfrm>
            <a:off x="9810867" y="6394889"/>
            <a:ext cx="3937363" cy="2202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React, HTML, CSS, JavaScript</a:t>
            </a:r>
            <a:endParaRPr lang="es-ES" sz="1250" noProof="0" dirty="0"/>
          </a:p>
        </p:txBody>
      </p:sp>
      <p:sp>
        <p:nvSpPr>
          <p:cNvPr id="15" name="Shape 13"/>
          <p:cNvSpPr/>
          <p:nvPr/>
        </p:nvSpPr>
        <p:spPr>
          <a:xfrm>
            <a:off x="8227281" y="6897139"/>
            <a:ext cx="6327815" cy="493991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4"/>
          <p:cNvSpPr/>
          <p:nvPr/>
        </p:nvSpPr>
        <p:spPr>
          <a:xfrm>
            <a:off x="8385991" y="7055849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Backend</a:t>
            </a:r>
            <a:endParaRPr lang="es-ES" sz="1550" noProof="0" dirty="0"/>
          </a:p>
        </p:txBody>
      </p:sp>
      <p:sp>
        <p:nvSpPr>
          <p:cNvPr id="17" name="Text 15"/>
          <p:cNvSpPr/>
          <p:nvPr/>
        </p:nvSpPr>
        <p:spPr>
          <a:xfrm>
            <a:off x="9810867" y="7045588"/>
            <a:ext cx="4496760" cy="2582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Firebase</a:t>
            </a:r>
            <a:endParaRPr lang="es-ES" sz="1250" noProof="0" dirty="0"/>
          </a:p>
        </p:txBody>
      </p:sp>
      <p:sp>
        <p:nvSpPr>
          <p:cNvPr id="18" name="Shape 16"/>
          <p:cNvSpPr/>
          <p:nvPr/>
        </p:nvSpPr>
        <p:spPr>
          <a:xfrm>
            <a:off x="8227281" y="7603983"/>
            <a:ext cx="6327815" cy="557220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9" name="Text 17"/>
          <p:cNvSpPr/>
          <p:nvPr/>
        </p:nvSpPr>
        <p:spPr>
          <a:xfrm>
            <a:off x="8385991" y="7762694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IA</a:t>
            </a:r>
            <a:endParaRPr lang="es-ES" sz="1550" noProof="0" dirty="0"/>
          </a:p>
        </p:txBody>
      </p:sp>
      <p:sp>
        <p:nvSpPr>
          <p:cNvPr id="20" name="Text 18"/>
          <p:cNvSpPr/>
          <p:nvPr/>
        </p:nvSpPr>
        <p:spPr>
          <a:xfrm>
            <a:off x="9185675" y="7743999"/>
            <a:ext cx="4874527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AWS </a:t>
            </a:r>
            <a:r>
              <a:rPr lang="es-ES" sz="1250" noProof="0" dirty="0" err="1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Bedrock</a:t>
            </a:r>
            <a:endParaRPr lang="es-ES" sz="1250" noProof="0" dirty="0"/>
          </a:p>
        </p:txBody>
      </p:sp>
      <p:sp>
        <p:nvSpPr>
          <p:cNvPr id="21" name="Text 19"/>
          <p:cNvSpPr/>
          <p:nvPr/>
        </p:nvSpPr>
        <p:spPr>
          <a:xfrm>
            <a:off x="7315200" y="1593401"/>
            <a:ext cx="7046259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Valor Añadido y Experiencia de Usuario</a:t>
            </a:r>
            <a:endParaRPr lang="es-ES" sz="2800" noProof="0" dirty="0"/>
          </a:p>
        </p:txBody>
      </p:sp>
      <p:sp>
        <p:nvSpPr>
          <p:cNvPr id="22" name="Text 20"/>
          <p:cNvSpPr/>
          <p:nvPr/>
        </p:nvSpPr>
        <p:spPr>
          <a:xfrm>
            <a:off x="7430354" y="2594295"/>
            <a:ext cx="6967008" cy="189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Integración de </a:t>
            </a:r>
            <a:r>
              <a:rPr lang="es-ES" noProof="0" dirty="0" err="1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Chatbot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IA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para soporte instantáneo.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Opciones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tema claro/oscuro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personalizables.</a:t>
            </a:r>
            <a:endParaRPr lang="es-ES" noProof="0" dirty="0"/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Diseño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responsivo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para cualquier dispositivo.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Logotipo y branding distintivos para identidad de marca fuerte.</a:t>
            </a:r>
            <a:endParaRPr lang="es-ES" noProof="0" dirty="0"/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20089ECC-A10D-B16D-95F8-C9BAA519E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961" y="4764131"/>
            <a:ext cx="2979868" cy="29798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52727" y="361207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</a:t>
            </a:r>
            <a:r>
              <a:rPr lang="es-ES" sz="3750" noProof="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MediaMarkt</a:t>
            </a:r>
            <a:endParaRPr lang="es-ES" sz="3750" noProof="0" dirty="0"/>
          </a:p>
        </p:txBody>
      </p:sp>
      <p:sp>
        <p:nvSpPr>
          <p:cNvPr id="13" name="Text 11"/>
          <p:cNvSpPr/>
          <p:nvPr/>
        </p:nvSpPr>
        <p:spPr>
          <a:xfrm>
            <a:off x="3741385" y="1550851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Mediamarkt.docx</a:t>
            </a:r>
            <a:endParaRPr lang="es-ES" sz="1500" noProof="0" dirty="0"/>
          </a:p>
        </p:txBody>
      </p:sp>
      <p:pic>
        <p:nvPicPr>
          <p:cNvPr id="16" name="Imagen 15" descr="Una captura de pantalla de una red social&#10;&#10;El contenido generado por IA puede ser incorrecto.">
            <a:extLst>
              <a:ext uri="{FF2B5EF4-FFF2-40B4-BE49-F238E27FC236}">
                <a16:creationId xmlns:a16="http://schemas.microsoft.com/office/drawing/2014/main" id="{87827608-D2D1-627F-566F-9AFB74C775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247" y="1907576"/>
            <a:ext cx="13834914" cy="6239415"/>
          </a:xfrm>
          <a:prstGeom prst="rect">
            <a:avLst/>
          </a:prstGeom>
        </p:spPr>
      </p:pic>
      <p:sp>
        <p:nvSpPr>
          <p:cNvPr id="17" name="Text 11">
            <a:extLst>
              <a:ext uri="{FF2B5EF4-FFF2-40B4-BE49-F238E27FC236}">
                <a16:creationId xmlns:a16="http://schemas.microsoft.com/office/drawing/2014/main" id="{DDFB4FF3-EA56-0599-4281-968B356556F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0A6BEA5C-F600-B9B4-421D-652D0B48A88B}"/>
              </a:ext>
            </a:extLst>
          </p:cNvPr>
          <p:cNvSpPr/>
          <p:nvPr/>
        </p:nvSpPr>
        <p:spPr>
          <a:xfrm>
            <a:off x="8349243" y="1257257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F449D-5E4E-AA00-5E27-646FBF0EF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7CD1E3FE-A0EA-F95B-A6D8-1FA507A32BA3}"/>
              </a:ext>
            </a:extLst>
          </p:cNvPr>
          <p:cNvSpPr/>
          <p:nvPr/>
        </p:nvSpPr>
        <p:spPr>
          <a:xfrm>
            <a:off x="492576" y="646481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Amazon</a:t>
            </a:r>
            <a:endParaRPr lang="es-ES" sz="3750" noProof="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298E5A1-29AF-F7F0-0F4E-BCE81A80E2F0}"/>
              </a:ext>
            </a:extLst>
          </p:cNvPr>
          <p:cNvSpPr/>
          <p:nvPr/>
        </p:nvSpPr>
        <p:spPr>
          <a:xfrm>
            <a:off x="2987654" y="2298709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Amazon.docx</a:t>
            </a:r>
            <a:endParaRPr lang="es-ES" sz="1500" noProof="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ADCD39B1-2C77-44F8-ACB7-B17EB27CA439}"/>
              </a:ext>
            </a:extLst>
          </p:cNvPr>
          <p:cNvSpPr/>
          <p:nvPr/>
        </p:nvSpPr>
        <p:spPr>
          <a:xfrm>
            <a:off x="225427" y="1532768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9A84080F-21FA-8CB0-91EA-594D5CB03B85}"/>
              </a:ext>
            </a:extLst>
          </p:cNvPr>
          <p:cNvSpPr/>
          <p:nvPr/>
        </p:nvSpPr>
        <p:spPr>
          <a:xfrm>
            <a:off x="8489092" y="1542531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57B242A-455E-9EA1-E45E-61984212BC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3" y="4212624"/>
            <a:ext cx="14616427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731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1B029-1181-F26B-F16D-26D205EE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2F292354-B0CD-FDC4-121D-8ACE30A8AA2B}"/>
              </a:ext>
            </a:extLst>
          </p:cNvPr>
          <p:cNvSpPr/>
          <p:nvPr/>
        </p:nvSpPr>
        <p:spPr>
          <a:xfrm>
            <a:off x="471061" y="630370"/>
            <a:ext cx="7457325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750" noProof="0" dirty="0">
                <a:solidFill>
                  <a:srgbClr val="97B8FF"/>
                </a:solidFill>
                <a:latin typeface="Sora Medium"/>
                <a:cs typeface="Sora Medium"/>
              </a:rPr>
              <a:t>Funcionamiento del Chat Bot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84E35B4-7030-E571-6879-86C1AE593621}"/>
              </a:ext>
            </a:extLst>
          </p:cNvPr>
          <p:cNvSpPr/>
          <p:nvPr/>
        </p:nvSpPr>
        <p:spPr>
          <a:xfrm>
            <a:off x="719649" y="2276109"/>
            <a:ext cx="7637502" cy="1767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Permitir que el usuario converse con un Bot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Mostrar respuestas en tiempo real </a:t>
            </a:r>
            <a:endParaRPr lang="es-ES" sz="2000" noProof="0" dirty="0">
              <a:ea typeface="+mn-lt"/>
              <a:cs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Mantener un historial de mensajes</a:t>
            </a:r>
            <a:endParaRPr lang="es-ES" sz="2000" noProof="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5598968-8170-EF23-639C-62FA5AC0BC6D}"/>
              </a:ext>
            </a:extLst>
          </p:cNvPr>
          <p:cNvSpPr txBox="1"/>
          <p:nvPr/>
        </p:nvSpPr>
        <p:spPr>
          <a:xfrm>
            <a:off x="716692" y="1552405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latin typeface="Corbel"/>
                <a:ea typeface="Corbel"/>
                <a:cs typeface="Corbel"/>
              </a:rPr>
              <a:t>Objetivo del sistema</a:t>
            </a:r>
            <a:endParaRPr lang="es-ES" sz="2800" noProof="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2E4C3E5-CF42-BAC2-0D4D-5484FE6F8D97}"/>
              </a:ext>
            </a:extLst>
          </p:cNvPr>
          <p:cNvSpPr/>
          <p:nvPr/>
        </p:nvSpPr>
        <p:spPr>
          <a:xfrm>
            <a:off x="614824" y="4566847"/>
            <a:ext cx="7637502" cy="32497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Front-end desarrollado con React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Backend desarrollado con Node.js y Express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El backend se comunica con un servicio de IA (AWS </a:t>
            </a:r>
            <a:r>
              <a:rPr lang="es-ES" sz="2000" noProof="0" dirty="0" err="1">
                <a:solidFill>
                  <a:srgbClr val="E0D6DE"/>
                </a:solidFill>
                <a:ea typeface="+mn-lt"/>
                <a:cs typeface="+mn-lt"/>
              </a:rPr>
              <a:t>Bedrock</a:t>
            </a: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)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Formato JSON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rgbClr val="E0D6DE"/>
              </a:solidFill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Calibri"/>
                <a:cs typeface="Calibri"/>
              </a:rPr>
              <a:t>Despliegue : Firebase + Render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A6EA74C-DAE0-483A-3B42-4239965929C5}"/>
              </a:ext>
            </a:extLst>
          </p:cNvPr>
          <p:cNvSpPr txBox="1"/>
          <p:nvPr/>
        </p:nvSpPr>
        <p:spPr>
          <a:xfrm>
            <a:off x="716692" y="4043627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ea typeface="+mn-lt"/>
                <a:cs typeface="+mn-lt"/>
              </a:rPr>
              <a:t>Tecnologías usadas</a:t>
            </a:r>
            <a:endParaRPr lang="es-ES" sz="2800" noProof="0" dirty="0">
              <a:ea typeface="Calibri"/>
              <a:cs typeface="Calibri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3A4AF87-0192-9BB4-D61F-96B8AC7F8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2760" y="119648"/>
            <a:ext cx="6028695" cy="7992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7169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F0FB2-F5E5-FE58-E27A-041D3C81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F97E65A-B2FB-E7DA-72C1-F59165D1B8CD}"/>
              </a:ext>
            </a:extLst>
          </p:cNvPr>
          <p:cNvSpPr/>
          <p:nvPr/>
        </p:nvSpPr>
        <p:spPr>
          <a:xfrm>
            <a:off x="270989" y="598097"/>
            <a:ext cx="13584860" cy="14135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5400" noProof="0" dirty="0">
                <a:solidFill>
                  <a:srgbClr val="97B8FF"/>
                </a:solidFill>
                <a:latin typeface="Sora Medium"/>
                <a:cs typeface="Sora Medium"/>
              </a:rPr>
              <a:t>Fallos Encontrados (David)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06EA7ED-D270-69AF-3455-94C865FE50F8}"/>
              </a:ext>
            </a:extLst>
          </p:cNvPr>
          <p:cNvSpPr/>
          <p:nvPr/>
        </p:nvSpPr>
        <p:spPr>
          <a:xfrm>
            <a:off x="270988" y="2276108"/>
            <a:ext cx="13584861" cy="443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noProof="0" dirty="0">
                <a:solidFill>
                  <a:srgbClr val="E0D6DE"/>
                </a:solidFill>
                <a:ea typeface="+mn-lt"/>
                <a:cs typeface="+mn-lt"/>
              </a:rPr>
              <a:t>Problemas en la estructura inicial del proyecto y organización de componentes.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noProof="0" dirty="0">
                <a:solidFill>
                  <a:srgbClr val="E0D6DE"/>
                </a:solidFill>
                <a:ea typeface="+mn-lt"/>
                <a:cs typeface="+mn-lt"/>
              </a:rPr>
              <a:t>Ajustes en la lógica de cesta y favoritos para mantener un flujo de compra claro.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noProof="0" dirty="0">
                <a:solidFill>
                  <a:srgbClr val="E0D6DE"/>
                </a:solidFill>
                <a:ea typeface="+mn-lt"/>
                <a:cs typeface="+mn-lt"/>
              </a:rPr>
              <a:t>Dificultades iniciales en la planificación de tareas.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AE45EF2-08A2-9792-71F3-74A89D5D0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75" y="3830262"/>
            <a:ext cx="3913737" cy="391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631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7C6E6-A952-2306-A7C4-CBCE0789D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94502D27-0E94-2B91-3945-7645E5E51987}"/>
              </a:ext>
            </a:extLst>
          </p:cNvPr>
          <p:cNvSpPr/>
          <p:nvPr/>
        </p:nvSpPr>
        <p:spPr>
          <a:xfrm>
            <a:off x="270989" y="598097"/>
            <a:ext cx="13584860" cy="13382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5400" noProof="0" dirty="0">
                <a:solidFill>
                  <a:srgbClr val="97B8FF"/>
                </a:solidFill>
                <a:latin typeface="Sora Medium"/>
                <a:cs typeface="Sora Medium"/>
              </a:rPr>
              <a:t>Fallos Encontrados (Iker)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D3089F6-B303-64EB-6E75-E6AB3E8DA810}"/>
              </a:ext>
            </a:extLst>
          </p:cNvPr>
          <p:cNvSpPr/>
          <p:nvPr/>
        </p:nvSpPr>
        <p:spPr>
          <a:xfrm>
            <a:off x="270988" y="2276108"/>
            <a:ext cx="13584861" cy="443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Errores en la gestión de sesión y persistencia de datos.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Control de acceso: asegurar que sin Login no se pudiera acceder a cesta ni favoritos.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Coordinación entre Firebase y </a:t>
            </a:r>
            <a:r>
              <a:rPr lang="es-ES" sz="4400" noProof="0" dirty="0" err="1">
                <a:solidFill>
                  <a:srgbClr val="E0D6DE"/>
                </a:solidFill>
                <a:ea typeface="+mn-lt"/>
                <a:cs typeface="+mn-lt"/>
              </a:rPr>
              <a:t>localStorage</a:t>
            </a: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.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8568A66-3356-9945-0394-4A6359E172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75" y="3830262"/>
            <a:ext cx="3913737" cy="391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3230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E5B23-409B-C5EC-D06D-912BD88F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27E1E804-0530-7694-F1F6-B586FBAE90B3}"/>
              </a:ext>
            </a:extLst>
          </p:cNvPr>
          <p:cNvSpPr/>
          <p:nvPr/>
        </p:nvSpPr>
        <p:spPr>
          <a:xfrm>
            <a:off x="270989" y="598097"/>
            <a:ext cx="13584860" cy="12844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5400" noProof="0" dirty="0">
                <a:solidFill>
                  <a:srgbClr val="97B8FF"/>
                </a:solidFill>
                <a:latin typeface="Sora Medium"/>
                <a:cs typeface="Sora Medium"/>
              </a:rPr>
              <a:t>Fallos Encontrados (Ivan)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9F413EC-B0F1-7ED1-4BC4-BC6AF10CC131}"/>
              </a:ext>
            </a:extLst>
          </p:cNvPr>
          <p:cNvSpPr/>
          <p:nvPr/>
        </p:nvSpPr>
        <p:spPr>
          <a:xfrm>
            <a:off x="270988" y="2276108"/>
            <a:ext cx="13584861" cy="443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Problemas al implementar filtros eficientes sin afectar al rendimiento.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Integración de tarjetas de aprendizaje sin sobrecargar la interfaz.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Ajustes de usabilidad.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2590B3D0-8C3F-D436-D134-9E3299824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75" y="3830262"/>
            <a:ext cx="3913737" cy="391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3894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17D55-833A-A7A6-D3B5-923D945B8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B3026A14-B68C-B6E5-400F-53C90708959D}"/>
              </a:ext>
            </a:extLst>
          </p:cNvPr>
          <p:cNvSpPr/>
          <p:nvPr/>
        </p:nvSpPr>
        <p:spPr>
          <a:xfrm>
            <a:off x="270989" y="598097"/>
            <a:ext cx="13584860" cy="14350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5400" noProof="0" dirty="0">
                <a:solidFill>
                  <a:srgbClr val="97B8FF"/>
                </a:solidFill>
                <a:latin typeface="Sora Medium"/>
                <a:cs typeface="Sora Medium"/>
              </a:rPr>
              <a:t>Fallos Encontrados (Noelia)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CE0859D-AE37-3084-D02B-88D05876D345}"/>
              </a:ext>
            </a:extLst>
          </p:cNvPr>
          <p:cNvSpPr/>
          <p:nvPr/>
        </p:nvSpPr>
        <p:spPr>
          <a:xfrm>
            <a:off x="270988" y="2276108"/>
            <a:ext cx="13584861" cy="443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d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F3B6E44E-90CB-8855-B879-F5C1BF02C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75" y="3830262"/>
            <a:ext cx="3913737" cy="391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6079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C6D35-F9BD-3C41-5800-C9DA6E0E3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E230D84B-54A9-C6FD-2064-9ADCAF852DDE}"/>
              </a:ext>
            </a:extLst>
          </p:cNvPr>
          <p:cNvSpPr/>
          <p:nvPr/>
        </p:nvSpPr>
        <p:spPr>
          <a:xfrm>
            <a:off x="352727" y="361207"/>
            <a:ext cx="283153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Home</a:t>
            </a:r>
            <a:endParaRPr lang="es-ES" sz="3750" noProof="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35B9C95-681D-39E7-9C01-029692D685A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4023CD3B-E978-E022-C5C0-F9313FE11CE7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9561830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F2883-4D84-6E70-E809-16530389C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F579299-8E8C-CB93-0E4B-9A19395C685A}"/>
              </a:ext>
            </a:extLst>
          </p:cNvPr>
          <p:cNvSpPr/>
          <p:nvPr/>
        </p:nvSpPr>
        <p:spPr>
          <a:xfrm>
            <a:off x="85578" y="361207"/>
            <a:ext cx="3258373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Home (Login)</a:t>
            </a:r>
            <a:endParaRPr lang="es-ES" sz="3750" noProof="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8C1D176B-CCB8-1A5A-AAC7-128EC3F11FC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DCF810CD-1A6B-6583-BBBD-49BC453696F4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36327940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F0942-EEA4-2629-0482-C8FA450EB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10DC5653-4987-57EC-F35F-68737407D1BA}"/>
              </a:ext>
            </a:extLst>
          </p:cNvPr>
          <p:cNvSpPr/>
          <p:nvPr/>
        </p:nvSpPr>
        <p:spPr>
          <a:xfrm>
            <a:off x="172122" y="361207"/>
            <a:ext cx="5647765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Login (Iniciar Sesión)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9783F987-A57A-04AF-E7AF-A5400E842D63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8BB08BE5-D3E9-929C-5E66-BC5755AAE6F3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7363794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F3B3F-0D5A-5323-8A64-45B981604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F6D189F3-F32A-0180-69CF-E373389C0DA4}"/>
              </a:ext>
            </a:extLst>
          </p:cNvPr>
          <p:cNvSpPr/>
          <p:nvPr/>
        </p:nvSpPr>
        <p:spPr>
          <a:xfrm>
            <a:off x="172122" y="361207"/>
            <a:ext cx="339941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Registro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9D560C5C-9AFF-438D-C84D-6F59526F0F6A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FB24816B-C07A-D128-3AC4-45B1F3E572C6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7326389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3154D-3FCD-B3D4-CC83-1B2269588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34D1F76-2909-B9E2-3F52-5BF6FF6DAEE6}"/>
              </a:ext>
            </a:extLst>
          </p:cNvPr>
          <p:cNvSpPr/>
          <p:nvPr/>
        </p:nvSpPr>
        <p:spPr>
          <a:xfrm>
            <a:off x="172122" y="361207"/>
            <a:ext cx="3711389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Recordar Pass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0070BF48-9985-63D9-87C3-4B578C9112F1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882CA84C-3129-8071-7B18-20A0E48EDDDE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16112305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A46F8-BDD2-9391-A571-B3D1430FD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68F4CBC-C493-CED9-2D24-10BF6CE7E566}"/>
              </a:ext>
            </a:extLst>
          </p:cNvPr>
          <p:cNvSpPr/>
          <p:nvPr/>
        </p:nvSpPr>
        <p:spPr>
          <a:xfrm>
            <a:off x="172122" y="361207"/>
            <a:ext cx="3711389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Productos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60ECDD4B-94DA-D840-4C50-082C20545D12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0E2046D4-F115-02D7-C49B-8FBE3891E86E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2728198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808F8-43FD-08C2-EB3E-C45664343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4F3CDF3-CFB5-E20F-3D9A-56FC302DABA4}"/>
              </a:ext>
            </a:extLst>
          </p:cNvPr>
          <p:cNvSpPr/>
          <p:nvPr/>
        </p:nvSpPr>
        <p:spPr>
          <a:xfrm>
            <a:off x="172122" y="361207"/>
            <a:ext cx="4421393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Detalles Producto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69D69AEE-B7DC-C06C-BC66-ABF5BB2B4240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89ADC353-52A5-04D8-27C7-AF9BAD59A85A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9344079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0EA62-131E-8F21-9363-C78C4B2F9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E3CA6983-225D-FCE9-9B63-1EFD789F8B27}"/>
              </a:ext>
            </a:extLst>
          </p:cNvPr>
          <p:cNvSpPr/>
          <p:nvPr/>
        </p:nvSpPr>
        <p:spPr>
          <a:xfrm>
            <a:off x="172123" y="361207"/>
            <a:ext cx="2678654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Favoritos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F491EF2-0700-B8C1-B4AD-2684B9DCFF0B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F99BA85F-3A5A-20CA-DCD8-40C41930AF43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13580893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ADC7E-C834-F249-1AEC-CB8F0CC56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0FF27705-749B-6574-D7D9-85122454BDC6}"/>
              </a:ext>
            </a:extLst>
          </p:cNvPr>
          <p:cNvSpPr/>
          <p:nvPr/>
        </p:nvSpPr>
        <p:spPr>
          <a:xfrm>
            <a:off x="172123" y="361207"/>
            <a:ext cx="2689412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Cesta</a:t>
            </a:r>
          </a:p>
          <a:p>
            <a:pPr marL="0" indent="0" algn="ctr">
              <a:buNone/>
            </a:pPr>
            <a:endParaRPr lang="es-ES" sz="3750" noProof="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54164BA-870B-7D04-4032-97EB312D45CA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D88989C5-F955-B267-CFD7-517D49AFE049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11073859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D4D47-6DDF-36F3-2D0E-1BAD84CF7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645D5F1-5E4E-ED6C-DA70-98FB31C2BF86}"/>
              </a:ext>
            </a:extLst>
          </p:cNvPr>
          <p:cNvSpPr/>
          <p:nvPr/>
        </p:nvSpPr>
        <p:spPr>
          <a:xfrm>
            <a:off x="172123" y="361207"/>
            <a:ext cx="4442908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Tarjetas Aprender</a:t>
            </a:r>
          </a:p>
          <a:p>
            <a:pPr marL="0" indent="0" algn="ctr">
              <a:buNone/>
            </a:pPr>
            <a:endParaRPr lang="es-ES" sz="3750" noProof="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8CF4DD18-01BC-71B5-B065-5CF225E88BAB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99074933-68E0-71E7-4760-0AEA6E93E202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9336973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123DF-C7E4-44B3-4549-1343D868D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9BE4F59F-33F0-6F04-0401-ADFE6A1B9DCE}"/>
              </a:ext>
            </a:extLst>
          </p:cNvPr>
          <p:cNvSpPr/>
          <p:nvPr/>
        </p:nvSpPr>
        <p:spPr>
          <a:xfrm>
            <a:off x="172123" y="361207"/>
            <a:ext cx="4442908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Sobre Nosotros</a:t>
            </a:r>
          </a:p>
          <a:p>
            <a:pPr marL="0" indent="0" algn="ctr">
              <a:buNone/>
            </a:pPr>
            <a:endParaRPr lang="es-ES" sz="3750" noProof="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C893C175-2FCF-11E3-C4B0-0DBA3BCCF824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179C71EB-542C-FD92-10B4-380931815741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1928110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DB7E1-3FD3-F3DD-1C75-A65F71719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CDB2E0BC-C6BB-6E59-940C-1B5520BF31E4}"/>
              </a:ext>
            </a:extLst>
          </p:cNvPr>
          <p:cNvSpPr/>
          <p:nvPr/>
        </p:nvSpPr>
        <p:spPr>
          <a:xfrm>
            <a:off x="793790" y="629254"/>
            <a:ext cx="13040544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Los más vistos y productos recomendados 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9D1DFF-FC69-794A-BD1F-BCF7163F6932}"/>
              </a:ext>
            </a:extLst>
          </p:cNvPr>
          <p:cNvSpPr/>
          <p:nvPr/>
        </p:nvSpPr>
        <p:spPr>
          <a:xfrm>
            <a:off x="793790" y="1636780"/>
            <a:ext cx="13115848" cy="1913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2400" noProof="0" dirty="0">
                <a:solidFill>
                  <a:srgbClr val="E0D6DE"/>
                </a:solidFill>
                <a:ea typeface="+mn-lt"/>
                <a:cs typeface="+mn-lt"/>
              </a:rPr>
              <a:t>Se implementa en la pagina principal un scroll horizontal para que muestre los productos más vistos en tiempo real. </a:t>
            </a:r>
            <a:endParaRPr lang="es-ES" sz="2400" noProof="0" dirty="0"/>
          </a:p>
          <a:p>
            <a:endParaRPr lang="es-ES" sz="2400" noProof="0" dirty="0"/>
          </a:p>
          <a:p>
            <a:r>
              <a:rPr lang="es-ES" sz="2400" noProof="0" dirty="0">
                <a:solidFill>
                  <a:srgbClr val="E0D6DE"/>
                </a:solidFill>
                <a:ea typeface="+mn-lt"/>
                <a:cs typeface="+mn-lt"/>
              </a:rPr>
              <a:t>Además de que cuando el usuario entra en detalles de producto, se ve al final más productos recomendados por categoría.</a:t>
            </a:r>
            <a:endParaRPr lang="es-ES" sz="2400" noProof="0" dirty="0">
              <a:ea typeface="+mn-lt"/>
              <a:cs typeface="+mn-lt"/>
            </a:endParaRPr>
          </a:p>
        </p:txBody>
      </p:sp>
      <p:pic>
        <p:nvPicPr>
          <p:cNvPr id="15" name="Imagen 14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2F31149D-3ADF-6322-207C-A5DEB6BD43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993" y="3688821"/>
            <a:ext cx="5953125" cy="4238625"/>
          </a:xfrm>
          <a:prstGeom prst="rect">
            <a:avLst/>
          </a:prstGeom>
        </p:spPr>
      </p:pic>
      <p:pic>
        <p:nvPicPr>
          <p:cNvPr id="16" name="Imagen 15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C6001C7C-F067-F647-FB6A-6F7AA7178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5957" y="3882458"/>
            <a:ext cx="5981700" cy="423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6742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61281A25-1CA2-CC95-2ED2-ED06FFDEEF3E}"/>
              </a:ext>
            </a:extLst>
          </p:cNvPr>
          <p:cNvSpPr txBox="1"/>
          <p:nvPr/>
        </p:nvSpPr>
        <p:spPr>
          <a:xfrm>
            <a:off x="3949968" y="286731"/>
            <a:ext cx="5689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" sz="4000" b="1" dirty="0">
                <a:solidFill>
                  <a:srgbClr val="0070C0"/>
                </a:solidFill>
              </a:rPr>
              <a:t>AGRADECIMIENTOS</a:t>
            </a:r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6C5FECF3-D238-801C-3F93-B5F0A4526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274" y="4583474"/>
            <a:ext cx="3646126" cy="3646126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D1B4157F-3E53-C1DF-2847-FDF487D5C274}"/>
              </a:ext>
            </a:extLst>
          </p:cNvPr>
          <p:cNvSpPr txBox="1"/>
          <p:nvPr/>
        </p:nvSpPr>
        <p:spPr>
          <a:xfrm>
            <a:off x="322729" y="1200262"/>
            <a:ext cx="1397418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>
                <a:solidFill>
                  <a:schemeClr val="bg1"/>
                </a:solidFill>
              </a:rPr>
              <a:t>Queremos agradecer a nuestra profesora Alejandra por su implicación, claridad en la enseñanza y acompañamiento constante durante todo el desarrollo del proyecto. Su apoyo y orientación han sido clave para nuestro aprendizaje y crecimiento técnico.</a:t>
            </a:r>
          </a:p>
          <a:p>
            <a:pPr>
              <a:buNone/>
            </a:pPr>
            <a:r>
              <a:rPr lang="es-ES" sz="3200" b="1" dirty="0">
                <a:solidFill>
                  <a:schemeClr val="bg1"/>
                </a:solidFill>
              </a:rPr>
              <a:t>También queremos dar las gracias a las coordinadoras de Fundación Adecco por la organización, el seguimiento y el apoyo continuo a lo largo de la formación. Su labor ha sido fundamental para crear un entorno de aprendizaje profesional y accesible.</a:t>
            </a:r>
          </a:p>
        </p:txBody>
      </p:sp>
    </p:spTree>
    <p:extLst>
      <p:ext uri="{BB962C8B-B14F-4D97-AF65-F5344CB8AC3E}">
        <p14:creationId xmlns:p14="http://schemas.microsoft.com/office/powerpoint/2010/main" val="3090498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1196</TotalTime>
  <Words>929</Words>
  <Application>Microsoft Office PowerPoint</Application>
  <PresentationFormat>Personalizado</PresentationFormat>
  <Paragraphs>190</Paragraphs>
  <Slides>29</Slides>
  <Notes>28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29</vt:i4>
      </vt:variant>
    </vt:vector>
  </HeadingPairs>
  <TitlesOfParts>
    <vt:vector size="35" baseType="lpstr">
      <vt:lpstr>Calibri</vt:lpstr>
      <vt:lpstr>Noto Sans TC</vt:lpstr>
      <vt:lpstr>Arial</vt:lpstr>
      <vt:lpstr>Corbel</vt:lpstr>
      <vt:lpstr>Sora Medium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Iker Martinez</dc:creator>
  <cp:lastModifiedBy>David CM</cp:lastModifiedBy>
  <cp:revision>368</cp:revision>
  <dcterms:created xsi:type="dcterms:W3CDTF">2026-01-18T22:42:39Z</dcterms:created>
  <dcterms:modified xsi:type="dcterms:W3CDTF">2026-01-21T10:38:55Z</dcterms:modified>
</cp:coreProperties>
</file>