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67" r:id="rId4"/>
    <p:sldId id="268" r:id="rId5"/>
    <p:sldId id="262" r:id="rId6"/>
    <p:sldId id="269" r:id="rId7"/>
    <p:sldId id="263" r:id="rId8"/>
    <p:sldId id="264" r:id="rId9"/>
    <p:sldId id="265" r:id="rId10"/>
    <p:sldId id="266" r:id="rId11"/>
    <p:sldId id="275" r:id="rId12"/>
    <p:sldId id="270" r:id="rId13"/>
    <p:sldId id="271" r:id="rId14"/>
    <p:sldId id="272" r:id="rId15"/>
    <p:sldId id="273" r:id="rId16"/>
    <p:sldId id="274" r:id="rId17"/>
  </p:sldIdLst>
  <p:sldSz cx="14630400" cy="8229600"/>
  <p:notesSz cx="8229600" cy="14630400"/>
  <p:embeddedFontLst>
    <p:embeddedFont>
      <p:font typeface="Noto Sans TC" panose="020B0604020202020204" charset="-128"/>
      <p:regular r:id="rId19"/>
    </p:embeddedFont>
    <p:embeddedFont>
      <p:font typeface="Corbel" panose="020B0503020204020204" pitchFamily="34" charset="0"/>
      <p:regular r:id="rId20"/>
      <p:bold r:id="rId21"/>
      <p:italic r:id="rId22"/>
      <p:boldItalic r:id="rId23"/>
    </p:embeddedFont>
    <p:embeddedFont>
      <p:font typeface="Sora Medium" panose="020B0604020202020204" charset="0"/>
      <p:regular r:id="rId24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4D7F"/>
    <a:srgbClr val="0BAB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2F2D4-9366-1C74-33C9-E32A48EB2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797F-D743-6235-DE71-D3AE263FC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121B3-5811-CD7C-E47F-AB295CEFD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AC86-8F44-2411-1971-ADFE57E9B8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0421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4544B-5A51-F256-09AE-E87CC4C3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AB0F-A4E0-8707-2E97-35E050A80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4347B-878B-D33C-156F-7F7A26CA8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FC0A-BD98-6C68-EEAB-D1197BAF9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75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BBB9-2821-C2EB-F4EC-6EEBF3DF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EF83-6E6C-EB8B-B950-3A66EAE71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DCD5-576C-E831-19C8-C0AD3B39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30421-389F-BF83-C4CF-D54B8A820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745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F020-E3C9-7FFA-5794-E4AD2872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CB30B-F5EE-7AFA-F9BB-EBFA9EC58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CFB6E-B25E-DA4D-0F01-493955D9C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7D544-DD7A-D6B6-41F8-C51A8D1DF1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097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D1C4F-B74A-FE89-8FCC-FB3626D6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DDB02-EC79-73CD-AE49-20B86948C9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A70A88-F63E-5E99-3522-CCEFAE97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75445-4F51-46AA-B7BA-A9F5CA8E34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318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C1152-420C-D02A-D452-559C6D10E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32047A-F9F4-3A35-F1D8-609857CE2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78848-0B1B-15A0-E027-1231BC2A7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58A93-EC96-773F-2E78-AAB563774C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64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9.png"/><Relationship Id="rId14" Type="http://schemas.openxmlformats.org/officeDocument/2006/relationships/image" Target="../media/image1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10" Type="http://schemas.openxmlformats.org/officeDocument/2006/relationships/image" Target="../media/image19.pn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hyperlink" Target="https://github.com/noelianikolatesla?tab=repositorie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699" y="827364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u="sng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000" u="sng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000" u="sng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000" u="sng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n-US" sz="4000" b="1" u="sng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: Innovación y Aprendizaje en E-commerce</a:t>
            </a:r>
            <a:endParaRPr lang="en-US" sz="4000" b="1" u="sng" dirty="0">
              <a:solidFill>
                <a:schemeClr val="bg1"/>
              </a:solidFill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1667822"/>
            <a:ext cx="5389194" cy="53891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3200" b="1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Presentado por:</a:t>
            </a:r>
            <a:endParaRPr lang="en-US" sz="3200" b="1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noProof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David Corredor Miguel</a:t>
            </a:r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Ivan Goded Carrete</a:t>
            </a:r>
            <a:endParaRPr lang="es-ES" sz="3200" noProof="0" dirty="0"/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Iker Martínez Velasco</a:t>
            </a:r>
            <a:endParaRPr lang="es-ES" sz="3200" noProof="0" dirty="0"/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Noelia </a:t>
            </a:r>
            <a:r>
              <a:rPr lang="es-ES" sz="32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Alafarga</a:t>
            </a:r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</a:t>
            </a:r>
            <a:r>
              <a:rPr lang="es-ES" sz="32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Payá</a:t>
            </a:r>
            <a:endParaRPr lang="es-ES" sz="32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1021978" y="6222278"/>
            <a:ext cx="11930854" cy="1438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900"/>
              </a:lnSpc>
              <a:buNone/>
            </a:pPr>
            <a:r>
              <a:rPr lang="es-ES" sz="32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Curso de Desarrollo Front-End React</a:t>
            </a:r>
          </a:p>
          <a:p>
            <a:pPr marL="0" indent="0" algn="ctr">
              <a:lnSpc>
                <a:spcPts val="2900"/>
              </a:lnSpc>
              <a:buNone/>
            </a:pPr>
            <a:r>
              <a:rPr lang="es-ES" sz="3200" b="1" noProof="0" dirty="0">
                <a:solidFill>
                  <a:schemeClr val="bg1"/>
                </a:solidFill>
                <a:latin typeface="Sora Medium" pitchFamily="34" charset="0"/>
                <a:cs typeface="Sora Medium" pitchFamily="34" charset="-120"/>
              </a:rPr>
              <a:t>Fundación Adecco</a:t>
            </a:r>
            <a:endParaRPr lang="es-ES" sz="3200" b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114984" y="766524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3550" b="1" u="sng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Índice</a:t>
            </a:r>
            <a:endParaRPr lang="en-US" sz="3550" b="1" u="sng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7303770" y="1862852"/>
            <a:ext cx="22860" cy="56641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6975158" y="20554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12921" y="1925122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292340" y="307157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1005" y="294120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y Boceto del Proyecto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6975158" y="3973592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95330" y="3843218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292340" y="4875728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41005" y="4745355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41005" y="511587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n-US" sz="1400" b="1" dirty="0"/>
          </a:p>
        </p:txBody>
      </p:sp>
      <p:sp>
        <p:nvSpPr>
          <p:cNvPr id="19" name="Text 13"/>
          <p:cNvSpPr/>
          <p:nvPr/>
        </p:nvSpPr>
        <p:spPr>
          <a:xfrm>
            <a:off x="8041005" y="5427821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n-US" sz="1400" b="1" dirty="0"/>
          </a:p>
        </p:txBody>
      </p:sp>
      <p:sp>
        <p:nvSpPr>
          <p:cNvPr id="20" name="Text 14"/>
          <p:cNvSpPr/>
          <p:nvPr/>
        </p:nvSpPr>
        <p:spPr>
          <a:xfrm>
            <a:off x="8041005" y="5739765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n-US" sz="1400" b="1" dirty="0"/>
          </a:p>
        </p:txBody>
      </p:sp>
      <p:sp>
        <p:nvSpPr>
          <p:cNvPr id="21" name="Text 15"/>
          <p:cNvSpPr/>
          <p:nvPr/>
        </p:nvSpPr>
        <p:spPr>
          <a:xfrm>
            <a:off x="8041005" y="605170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sz="1400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41005" y="63636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6975158" y="5991701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2132" y="5861328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41005" y="66684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sz="1400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41004" y="697375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/>
                <a:ea typeface="Noto Sans TC"/>
              </a:rPr>
              <a:t>Chatbot IA</a:t>
            </a:r>
            <a:endParaRPr lang="en-US" sz="14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382673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2516624"/>
            <a:ext cx="3936087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1687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373570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5816917"/>
            <a:ext cx="5174456" cy="206001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39889" y="202049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0" name="Text 7"/>
          <p:cNvSpPr/>
          <p:nvPr/>
        </p:nvSpPr>
        <p:spPr>
          <a:xfrm>
            <a:off x="6809591" y="2471093"/>
            <a:ext cx="7643203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ts val="285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ts val="285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1224" y="5152668"/>
            <a:ext cx="1134189" cy="907256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6865" y="5152668"/>
            <a:ext cx="1134189" cy="907256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22506" y="5152668"/>
            <a:ext cx="1134189" cy="9072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38146" y="5152668"/>
            <a:ext cx="1714262" cy="907256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96808" y="6241375"/>
            <a:ext cx="1797725" cy="907256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5984" y="6241375"/>
            <a:ext cx="1239560" cy="907256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96995" y="6241375"/>
            <a:ext cx="1134189" cy="907256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512635" y="6241375"/>
            <a:ext cx="1134189" cy="907256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9008" y="3201948"/>
            <a:ext cx="1793298" cy="24735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92702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3060978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71308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4331137"/>
            <a:ext cx="5174456" cy="2060019"/>
          </a:xfrm>
          <a:prstGeom prst="rect">
            <a:avLst/>
          </a:prstGeom>
        </p:spPr>
      </p:pic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9081" y="5697022"/>
            <a:ext cx="1134189" cy="907256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4722" y="5697022"/>
            <a:ext cx="1134189" cy="907256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0362" y="5697022"/>
            <a:ext cx="1134189" cy="907256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73009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2864048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Iker Martínez Velasco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51615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40831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701183"/>
            <a:ext cx="5174456" cy="2060019"/>
          </a:xfrm>
          <a:prstGeom prst="rect">
            <a:avLst/>
          </a:prstGeom>
        </p:spPr>
      </p:pic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9436" y="5942290"/>
            <a:ext cx="850702" cy="623768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1589" y="5942290"/>
            <a:ext cx="850702" cy="623768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3742" y="5942290"/>
            <a:ext cx="850702" cy="623768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65894" y="5942290"/>
            <a:ext cx="1189196" cy="623768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36542" y="5942290"/>
            <a:ext cx="1237774" cy="623768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FC27-C219-DCD4-2E9D-316CEDF66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98DA62E-B373-B079-FC2B-11CC3D587DB6}"/>
              </a:ext>
            </a:extLst>
          </p:cNvPr>
          <p:cNvSpPr/>
          <p:nvPr/>
        </p:nvSpPr>
        <p:spPr>
          <a:xfrm>
            <a:off x="793790" y="173009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F71887-1E18-70E9-367D-0BB9890E4B76}"/>
              </a:ext>
            </a:extLst>
          </p:cNvPr>
          <p:cNvSpPr/>
          <p:nvPr/>
        </p:nvSpPr>
        <p:spPr>
          <a:xfrm>
            <a:off x="793790" y="2604556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300"/>
              </a:lnSpc>
            </a:pPr>
            <a:r>
              <a:rPr lang="en-US" sz="2650" dirty="0">
                <a:solidFill>
                  <a:srgbClr val="97B8FF"/>
                </a:solidFill>
                <a:latin typeface="Sora Medium"/>
                <a:cs typeface="Sora Medium"/>
              </a:rPr>
              <a:t>Noelia </a:t>
            </a:r>
            <a:r>
              <a:rPr lang="en-US" sz="2650" dirty="0" err="1">
                <a:solidFill>
                  <a:srgbClr val="97B8FF"/>
                </a:solidFill>
                <a:latin typeface="Sora Medium"/>
                <a:cs typeface="Sora Medium"/>
              </a:rPr>
              <a:t>Alafarga</a:t>
            </a:r>
            <a:r>
              <a:rPr lang="en-US" sz="2650" dirty="0">
                <a:solidFill>
                  <a:srgbClr val="97B8FF"/>
                </a:solidFill>
                <a:latin typeface="Sora Medium"/>
                <a:cs typeface="Sora Medium"/>
              </a:rPr>
              <a:t> Paya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F0689C2-FE47-3BDD-2873-00E5D7A1F4EC}"/>
              </a:ext>
            </a:extLst>
          </p:cNvPr>
          <p:cNvSpPr/>
          <p:nvPr/>
        </p:nvSpPr>
        <p:spPr>
          <a:xfrm>
            <a:off x="793790" y="3046597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>
              <a:latin typeface="Noto Sans TC"/>
              <a:ea typeface="Noto Sans TC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236587E-81F9-0D4A-F273-30823100F62B}"/>
              </a:ext>
            </a:extLst>
          </p:cNvPr>
          <p:cNvSpPr/>
          <p:nvPr/>
        </p:nvSpPr>
        <p:spPr>
          <a:xfrm>
            <a:off x="793790" y="352707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>
              <a:latin typeface="Noto Sans TC"/>
              <a:ea typeface="Noto Sans TC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62FB17A3-D3AF-03A5-EC92-6AAEBFF11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626" y="4045937"/>
            <a:ext cx="5487172" cy="2769716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9F4CE887-8E0B-74DE-C225-3467CF9F6AE1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915F3ED-1F99-35B4-47B7-82F7306B39D9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  <p:extLst>
      <p:ext uri="{BB962C8B-B14F-4D97-AF65-F5344CB8AC3E}">
        <p14:creationId xmlns:p14="http://schemas.microsoft.com/office/powerpoint/2010/main" val="1911477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143238"/>
            <a:ext cx="6936105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93790" y="2307908"/>
            <a:ext cx="8651424" cy="5233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20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20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20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20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3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36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3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36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36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3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n-US" sz="3600" dirty="0"/>
          </a:p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64" y="1420203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282898"/>
            <a:ext cx="598824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93790" y="2125130"/>
            <a:ext cx="5988248" cy="36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93790" y="3121938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3790" y="3376732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checkout seguro.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3790" y="3631526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93790" y="3886320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el detalle de cada artículo.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93790" y="4141113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3790" y="5411868"/>
            <a:ext cx="6327815" cy="316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793790" y="5815950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952500" y="5974660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377376" y="6002403"/>
            <a:ext cx="3937363" cy="220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CSS, JavaScript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3790" y="6504653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952500" y="6663363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377376" y="6653102"/>
            <a:ext cx="4496760" cy="25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93790" y="7211497"/>
            <a:ext cx="6327815" cy="557220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952500" y="7370208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752184" y="7351513"/>
            <a:ext cx="487452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Bedrock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516416" y="2056805"/>
            <a:ext cx="6845043" cy="406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Integración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 IA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soporte instantáneo.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30354" y="2849089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Opciones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tema claro/oscuro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personalizables.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30354" y="3103883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Diseño completamente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responsivo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cualquier dispositivo.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30354" y="3358677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Logotipo y branding distintivos para una identidad de marca fuerte.</a:t>
            </a:r>
            <a:endParaRPr lang="en-US" sz="160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846" y="3960614"/>
            <a:ext cx="3800041" cy="38000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s-ES" sz="4450" b="1" noProof="0" dirty="0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n-US" sz="445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00"/>
              </a:lnSpc>
              <a:buNone/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MediaMarkt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567880" y="758797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n-US" sz="150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n-US" sz="150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261" y="1608464"/>
            <a:ext cx="11282648" cy="5088368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449D-5E4E-AA00-5E27-646FBF0E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CD1E3FE-A0EA-F95B-A6D8-1FA507A32BA3}"/>
              </a:ext>
            </a:extLst>
          </p:cNvPr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00"/>
              </a:lnSpc>
              <a:buNone/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Amazon</a:t>
            </a:r>
            <a:endParaRPr lang="en-US" sz="37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98E5A1-29AF-F7F0-0F4E-BCE81A80E2F0}"/>
              </a:ext>
            </a:extLst>
          </p:cNvPr>
          <p:cNvSpPr/>
          <p:nvPr/>
        </p:nvSpPr>
        <p:spPr>
          <a:xfrm>
            <a:off x="567880" y="758797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</a:t>
            </a:r>
            <a:r>
              <a:rPr lang="en-US" sz="150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Amazon.docx</a:t>
            </a:r>
            <a:endParaRPr lang="en-US" sz="150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DCD39B1-2C77-44F8-ACB7-B17EB27CA439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A84080F-21FA-8CB0-91EA-594D5CB03B85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B242A-455E-9EA1-E45E-61984212B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" y="2160100"/>
            <a:ext cx="14616427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73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B7E1-3FD3-F3DD-1C75-A65F71719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13B9A34-C0C9-1C32-594B-358B28259889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E2A06DE-DC35-BF02-E603-59F8E8FACBAB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APP</a:t>
            </a:r>
            <a:endParaRPr lang="es-E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B2E0BC-C6BB-6E59-940C-1B5520BF31E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Los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más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vistos y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productos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recomendados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</a:t>
            </a:r>
            <a:endParaRPr lang="es-ES" sz="3750" dirty="0">
              <a:solidFill>
                <a:srgbClr val="97B8FF"/>
              </a:solidFill>
              <a:latin typeface="Sora Medium" pitchFamily="34" charset="0"/>
              <a:cs typeface="Sora Medium" pitchFamily="34" charset="-12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9D1DFF-FC69-794A-BD1F-BCF7163F6932}"/>
              </a:ext>
            </a:extLst>
          </p:cNvPr>
          <p:cNvSpPr/>
          <p:nvPr/>
        </p:nvSpPr>
        <p:spPr>
          <a:xfrm>
            <a:off x="793790" y="2228426"/>
            <a:ext cx="7637502" cy="173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implementa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la pagina principal un scroll horizontal para que muestre los productos más vistos en tiempo real. </a:t>
            </a:r>
            <a:endParaRPr lang="es-ES"/>
          </a:p>
          <a:p>
            <a:endParaRPr lang="en-US"/>
          </a:p>
          <a:p>
            <a:pPr>
              <a:lnSpc>
                <a:spcPts val="2200"/>
              </a:lnSpc>
            </a:pP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Además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que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cuando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detalles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producto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,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final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más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productos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recomendados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por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categoria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.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15" name="Imagen 1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2F31149D-3ADF-6322-207C-A5DEB6BD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93" y="3688821"/>
            <a:ext cx="5953125" cy="4238625"/>
          </a:xfrm>
          <a:prstGeom prst="rect">
            <a:avLst/>
          </a:prstGeom>
        </p:spPr>
      </p:pic>
      <p:pic>
        <p:nvPicPr>
          <p:cNvPr id="16" name="Imagen 1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6001C7C-F067-F647-FB6A-6F7AA7178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195" y="3688820"/>
            <a:ext cx="5981700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674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CF7AD84-E07F-0599-F610-E92CF0101A3A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FD0A2D7-387E-22FA-E6BF-83E74520F2A3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CHATBOT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Funcionamiento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del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ChatBot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846264"/>
            <a:ext cx="7637502" cy="1269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Permitir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que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converse con un bot </a:t>
            </a:r>
            <a:endParaRPr lang="es-ES" dirty="0"/>
          </a:p>
          <a:p>
            <a:endParaRPr lang="en-US"/>
          </a:p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Mostrar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tiempo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real </a:t>
            </a:r>
            <a:endParaRPr lang="es-ES" dirty="0">
              <a:ea typeface="+mn-lt"/>
              <a:cs typeface="+mn-lt"/>
            </a:endParaRPr>
          </a:p>
          <a:p>
            <a:endParaRPr lang="en-US"/>
          </a:p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Mantener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un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historial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mensajes</a:t>
            </a:r>
            <a:endParaRPr lang="en-US" dirty="0" err="1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</a:t>
            </a:r>
            <a:r>
              <a:rPr lang="en-US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 del </a:t>
            </a:r>
            <a:r>
              <a:rPr lang="en-US" dirty="0" err="1">
                <a:solidFill>
                  <a:srgbClr val="00B0F0"/>
                </a:solidFill>
                <a:latin typeface="Corbel"/>
                <a:ea typeface="Corbel"/>
                <a:cs typeface="Corbel"/>
              </a:rPr>
              <a:t>sistema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719649" y="4971626"/>
            <a:ext cx="7637502" cy="257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Frontend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desarrollado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React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Backend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desarrollado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Node.js y Express </a:t>
            </a:r>
            <a:endParaRPr lang="es-ES" dirty="0"/>
          </a:p>
          <a:p>
            <a:endParaRPr lang="en-US" dirty="0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El backend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comunica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un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servicio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IA (AWS Bedrock) </a:t>
            </a:r>
            <a:endParaRPr lang="en-US" dirty="0"/>
          </a:p>
          <a:p>
            <a:endParaRPr lang="en-US" dirty="0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endParaRPr lang="en-US" sz="1500" dirty="0">
              <a:solidFill>
                <a:srgbClr val="E0D6DE"/>
              </a:solidFill>
              <a:ea typeface="Calibri"/>
              <a:cs typeface="Calibri"/>
            </a:endParaRPr>
          </a:p>
          <a:p>
            <a:r>
              <a:rPr lang="en-US" sz="1500" dirty="0" err="1">
                <a:solidFill>
                  <a:srgbClr val="E0D6DE"/>
                </a:solidFill>
                <a:ea typeface="Calibri"/>
                <a:cs typeface="Calibri"/>
              </a:rPr>
              <a:t>Despliegue</a:t>
            </a:r>
            <a:r>
              <a:rPr lang="en-US" sz="1500" dirty="0">
                <a:solidFill>
                  <a:srgbClr val="E0D6DE"/>
                </a:solidFill>
                <a:ea typeface="Calibri"/>
                <a:cs typeface="Calibri"/>
              </a:rPr>
              <a:t>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324865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solidFill>
                  <a:srgbClr val="00B0F0"/>
                </a:solidFill>
                <a:ea typeface="+mn-lt"/>
                <a:cs typeface="+mn-lt"/>
              </a:rPr>
              <a:t>Tecnologias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rgbClr val="00B0F0"/>
                </a:solidFill>
                <a:ea typeface="+mn-lt"/>
                <a:cs typeface="+mn-lt"/>
              </a:rPr>
              <a:t>usadas</a:t>
            </a:r>
            <a:endParaRPr lang="es-ES">
              <a:ea typeface="Calibri"/>
              <a:cs typeface="Calibri"/>
            </a:endParaRPr>
          </a:p>
          <a:p>
            <a:pPr algn="ctr"/>
            <a:endParaRPr lang="es-ES"/>
          </a:p>
        </p:txBody>
      </p:sp>
      <p:pic>
        <p:nvPicPr>
          <p:cNvPr id="9" name="Imagen 8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49D1145C-45BE-C038-FC45-961AC3009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2369" y="2052814"/>
            <a:ext cx="3762375" cy="516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B27BA-0DA5-FEE4-AB59-68E77D998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6D2434-F758-839F-F8D8-696A84FE570F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FEC405-CA39-7735-08E7-E6395ACACCD9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CHATBOT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C9DB1B9-C9CC-9714-6A35-90CC3CADA62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Flujo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pregunta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-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respuesta</a:t>
            </a:r>
            <a:endParaRPr lang="en-US" sz="3750" dirty="0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3D626C-0BF7-725D-0EBE-6EDB18E5525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escribe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frontend lo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y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envia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backend – backend consulta a la IA – IA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responde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- backend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frontend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del bot</a:t>
            </a:r>
            <a:endParaRPr lang="es-ES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8B06D7A-2891-3C92-DE21-95281A3C2AF4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solidFill>
                  <a:srgbClr val="00B0F0"/>
                </a:solidFill>
                <a:latin typeface="Calibri"/>
                <a:ea typeface="+mn-lt"/>
                <a:cs typeface="+mn-lt"/>
              </a:rPr>
              <a:t>Flujo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General</a:t>
            </a:r>
            <a:endParaRPr lang="en-US">
              <a:ea typeface="Calibri"/>
              <a:cs typeface="Calibri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BAC5E04-53EE-55BE-D867-D47CF47FA177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escribe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– pulsa enviar – se ejecuta handleSend() </a:t>
            </a:r>
            <a:endParaRPr lang="es-ES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FUNCION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Es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funcion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asincrona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valida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input.trim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()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evita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vacios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actualiza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llama al backend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D7813E6-62AC-4673-6A44-9A02C299D13F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Accion del </a:t>
            </a:r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usuario</a:t>
            </a:r>
            <a:endParaRPr lang="es-ES" dirty="0" err="1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43C9B8-BD5D-CDC6-CF8C-CF290E03DD1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añade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limpia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input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actualiza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UI </a:t>
            </a:r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C52966C-BA2E-4AD9-7780-AA94832A978E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Mensaje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del </a:t>
            </a:r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usuario</a:t>
            </a:r>
            <a:endParaRPr lang="es-ES" dirty="0" err="1">
              <a:ea typeface="+mn-lt"/>
              <a:cs typeface="+mn-lt"/>
            </a:endParaRP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6336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C1ABD-F159-FC09-96FE-BA5BADC8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04A756-F88C-924C-25C5-19CF6CBB1677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A444F63-3119-F5A3-54A8-877EC3BDDF09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BACKEND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C635ED-49C8-84A1-45A5-2E151C40760F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s-ES" sz="3750" dirty="0">
                <a:solidFill>
                  <a:srgbClr val="97B8FF"/>
                </a:solidFill>
                <a:latin typeface="Sora Medium"/>
                <a:cs typeface="Sora Medium"/>
              </a:rPr>
              <a:t>Llamada al </a:t>
            </a:r>
            <a:r>
              <a:rPr lang="es-ES" sz="3750" dirty="0" err="1">
                <a:solidFill>
                  <a:srgbClr val="97B8FF"/>
                </a:solidFill>
                <a:latin typeface="Sora Medium"/>
                <a:cs typeface="Sora Medium"/>
              </a:rPr>
              <a:t>backend</a:t>
            </a:r>
            <a:endParaRPr lang="en-US" sz="3750" dirty="0" err="1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A53D67-013A-787C-0AEF-ACD13EF3374C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Separa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logica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Comunica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backend</a:t>
            </a:r>
            <a:endParaRPr lang="es-ES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87FE4BB-8881-56A7-5149-06DDCD29F7C2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sendMessageToBot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A6FA11D-78D8-DC7D-BD94-BD8DB39803AC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POST/chat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Content-Type JSON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Body con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endParaRPr lang="en-US" dirty="0" err="1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26B0FF5-C942-53F4-81D0-ECA7CF5CFEA5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Petición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HTTP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B7DF52D-74D5-4B8B-8033-1F303B3FCEA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Recibe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llama a AWS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endParaRPr lang="es-ES" dirty="0" err="1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3EB5CB6-2E9E-4FF6-792D-C9D62D7971C7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Backend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EAA046F-CCFC-8E68-43E7-A7D85AD7BC58}"/>
              </a:ext>
            </a:extLst>
          </p:cNvPr>
          <p:cNvSpPr/>
          <p:nvPr/>
        </p:nvSpPr>
        <p:spPr>
          <a:xfrm>
            <a:off x="720717" y="6967013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IA genera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texto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Backend lo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FEA6479-F5C6-DC83-C419-5E3C9FEB1A52}"/>
              </a:ext>
            </a:extLst>
          </p:cNvPr>
          <p:cNvSpPr txBox="1"/>
          <p:nvPr/>
        </p:nvSpPr>
        <p:spPr>
          <a:xfrm>
            <a:off x="668333" y="6480890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Respuesta IA </a:t>
            </a:r>
            <a:endParaRPr lang="es-ES" dirty="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1555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ACF57-D7B2-41E5-6853-D9815A98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98CE5C9-D0D5-420E-A7D4-48D4434A96A9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A7A5CFD-B711-418C-7B5E-3DF16DC8EFED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FRONTEND</a:t>
            </a:r>
            <a:endParaRPr lang="es-E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F8A4DE-7EB0-7760-580B-020519E92FE1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s-ES" sz="3750" dirty="0">
                <a:solidFill>
                  <a:srgbClr val="97B8FF"/>
                </a:solidFill>
                <a:latin typeface="Sora Medium"/>
                <a:cs typeface="Sora Medium"/>
              </a:rPr>
              <a:t>Respuesta al </a:t>
            </a:r>
            <a:r>
              <a:rPr lang="es-ES" sz="3750" dirty="0" err="1">
                <a:solidFill>
                  <a:srgbClr val="97B8FF"/>
                </a:solidFill>
                <a:latin typeface="Sora Medium"/>
                <a:cs typeface="Sora Medium"/>
              </a:rPr>
              <a:t>Frontend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1EEF8-1136-BFA2-785C-50C47591D6B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Recibe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JSON</a:t>
            </a:r>
            <a:endParaRPr lang="en-US" sz="1500" dirty="0">
              <a:solidFill>
                <a:srgbClr val="E0D6DE"/>
              </a:solidFill>
              <a:ea typeface="Calibri"/>
              <a:cs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CD1D570-2EBA-6AEA-AF19-4EF8CC164EE0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Response.json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dirty="0">
              <a:ea typeface="+mn-lt"/>
              <a:cs typeface="+mn-lt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03026B7-B4FD-BCC7-3C21-A22A5488FBEF}"/>
              </a:ext>
            </a:extLst>
          </p:cNvPr>
          <p:cNvSpPr/>
          <p:nvPr/>
        </p:nvSpPr>
        <p:spPr>
          <a:xfrm>
            <a:off x="707292" y="3538242"/>
            <a:ext cx="7674572" cy="39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Retorna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endParaRPr lang="es-ES" dirty="0" err="1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DD26873-4D13-3749-E74E-7EBD4CF3C463}"/>
              </a:ext>
            </a:extLst>
          </p:cNvPr>
          <p:cNvSpPr txBox="1"/>
          <p:nvPr/>
        </p:nvSpPr>
        <p:spPr>
          <a:xfrm>
            <a:off x="716692" y="3089190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Data.answer</a:t>
            </a:r>
            <a:endParaRPr lang="es-ES" dirty="0" err="1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E5E714A-49D7-67CB-8FC7-A35197ED82BE}"/>
              </a:ext>
            </a:extLst>
          </p:cNvPr>
          <p:cNvSpPr/>
          <p:nvPr/>
        </p:nvSpPr>
        <p:spPr>
          <a:xfrm>
            <a:off x="719649" y="4403215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añade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pantalla</a:t>
            </a:r>
            <a:endParaRPr lang="es-ES" dirty="0" err="1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1EDDB2D-ED62-1073-96C0-CF2D85FC5592}"/>
              </a:ext>
            </a:extLst>
          </p:cNvPr>
          <p:cNvSpPr txBox="1"/>
          <p:nvPr/>
        </p:nvSpPr>
        <p:spPr>
          <a:xfrm>
            <a:off x="667265" y="3929449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Mensaje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del bot</a:t>
            </a:r>
            <a:endParaRPr lang="es-ES" dirty="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48993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696</Words>
  <Application>Microsoft Office PowerPoint</Application>
  <PresentationFormat>Personalizado</PresentationFormat>
  <Paragraphs>155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Calibri</vt:lpstr>
      <vt:lpstr>Sora Medium</vt:lpstr>
      <vt:lpstr>Arial</vt:lpstr>
      <vt:lpstr>Corbel</vt:lpstr>
      <vt:lpstr>Noto Sans TC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269</cp:revision>
  <dcterms:created xsi:type="dcterms:W3CDTF">2026-01-18T22:42:39Z</dcterms:created>
  <dcterms:modified xsi:type="dcterms:W3CDTF">2026-01-20T10:22:06Z</dcterms:modified>
</cp:coreProperties>
</file>